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Lexend SemiBold"/>
      <p:regular r:id="rId15"/>
      <p:bold r:id="rId16"/>
    </p:embeddedFont>
    <p:embeddedFont>
      <p:font typeface="Lexend Light"/>
      <p:regular r:id="rId17"/>
      <p:bold r:id="rId18"/>
    </p:embeddedFont>
    <p:embeddedFont>
      <p:font typeface="Average"/>
      <p:regular r:id="rId19"/>
    </p:embeddedFont>
    <p:embeddedFont>
      <p:font typeface="Lexend"/>
      <p:regular r:id="rId20"/>
      <p:bold r:id="rId21"/>
    </p:embeddedFont>
    <p:embeddedFont>
      <p:font typeface="Lexend ExtraLight"/>
      <p:regular r:id="rId22"/>
      <p:bold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font" Target="fonts/Lexend-regular.fntdata"/><Relationship Id="rId22" Type="http://schemas.openxmlformats.org/officeDocument/2006/relationships/font" Target="fonts/LexendExtraLight-regular.fntdata"/><Relationship Id="rId21" Type="http://schemas.openxmlformats.org/officeDocument/2006/relationships/font" Target="fonts/Lexend-bold.fntdata"/><Relationship Id="rId24" Type="http://schemas.openxmlformats.org/officeDocument/2006/relationships/font" Target="fonts/Oswald-regular.fntdata"/><Relationship Id="rId23" Type="http://schemas.openxmlformats.org/officeDocument/2006/relationships/font" Target="fonts/LexendExtraLight-bold.fntdata"/><Relationship Id="rId25" Type="http://schemas.openxmlformats.org/officeDocument/2006/relationships/font" Target="fonts/Oswa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LexendSemiBold-regular.fntdata"/><Relationship Id="rId14" Type="http://schemas.openxmlformats.org/officeDocument/2006/relationships/slide" Target="slides/slide8.xml"/><Relationship Id="rId17" Type="http://schemas.openxmlformats.org/officeDocument/2006/relationships/font" Target="fonts/LexendLight-regular.fntdata"/><Relationship Id="rId16" Type="http://schemas.openxmlformats.org/officeDocument/2006/relationships/font" Target="fonts/LexendSemiBold-bold.fntdata"/><Relationship Id="rId19" Type="http://schemas.openxmlformats.org/officeDocument/2006/relationships/font" Target="fonts/Average-regular.fntdata"/><Relationship Id="rId18" Type="http://schemas.openxmlformats.org/officeDocument/2006/relationships/font" Target="fonts/Lexend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4e0138aa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4e0138aa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e0138aa93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e0138aa93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4e0138aa93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4e0138aa93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4e0138aa93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4e0138aa93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4e0138aa93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4e0138aa93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4e0138aa93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4e0138aa93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4e0138aa93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4e0138aa93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4e0138aa93_0_1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4e0138aa93_0_1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62" name="Google Shape;62;p1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63" name="Shape 63"/>
        <p:cNvGrpSpPr/>
        <p:nvPr/>
      </p:nvGrpSpPr>
      <p:grpSpPr>
        <a:xfrm>
          <a:off x="0" y="0"/>
          <a:ext cx="0" cy="0"/>
          <a:chOff x="0" y="0"/>
          <a:chExt cx="0" cy="0"/>
        </a:xfrm>
      </p:grpSpPr>
      <p:sp>
        <p:nvSpPr>
          <p:cNvPr id="64" name="Google Shape;64;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6" name="Shape 66"/>
        <p:cNvGrpSpPr/>
        <p:nvPr/>
      </p:nvGrpSpPr>
      <p:grpSpPr>
        <a:xfrm>
          <a:off x="0" y="0"/>
          <a:ext cx="0" cy="0"/>
          <a:chOff x="0" y="0"/>
          <a:chExt cx="0" cy="0"/>
        </a:xfrm>
      </p:grpSpPr>
      <p:sp>
        <p:nvSpPr>
          <p:cNvPr id="67" name="Google Shape;6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70" name="Shape 70"/>
        <p:cNvGrpSpPr/>
        <p:nvPr/>
      </p:nvGrpSpPr>
      <p:grpSpPr>
        <a:xfrm>
          <a:off x="0" y="0"/>
          <a:ext cx="0" cy="0"/>
          <a:chOff x="0" y="0"/>
          <a:chExt cx="0" cy="0"/>
        </a:xfrm>
      </p:grpSpPr>
      <p:sp>
        <p:nvSpPr>
          <p:cNvPr id="71" name="Google Shape;7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5" name="Shape 75"/>
        <p:cNvGrpSpPr/>
        <p:nvPr/>
      </p:nvGrpSpPr>
      <p:grpSpPr>
        <a:xfrm>
          <a:off x="0" y="0"/>
          <a:ext cx="0" cy="0"/>
          <a:chOff x="0" y="0"/>
          <a:chExt cx="0" cy="0"/>
        </a:xfrm>
      </p:grpSpPr>
      <p:sp>
        <p:nvSpPr>
          <p:cNvPr id="76" name="Google Shape;7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82" name="Shape 82"/>
        <p:cNvGrpSpPr/>
        <p:nvPr/>
      </p:nvGrpSpPr>
      <p:grpSpPr>
        <a:xfrm>
          <a:off x="0" y="0"/>
          <a:ext cx="0" cy="0"/>
          <a:chOff x="0" y="0"/>
          <a:chExt cx="0" cy="0"/>
        </a:xfrm>
      </p:grpSpPr>
      <p:sp>
        <p:nvSpPr>
          <p:cNvPr id="83" name="Google Shape;83;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4" name="Google Shape;84;p2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5" name="Shape 85"/>
        <p:cNvGrpSpPr/>
        <p:nvPr/>
      </p:nvGrpSpPr>
      <p:grpSpPr>
        <a:xfrm>
          <a:off x="0" y="0"/>
          <a:ext cx="0" cy="0"/>
          <a:chOff x="0" y="0"/>
          <a:chExt cx="0" cy="0"/>
        </a:xfrm>
      </p:grpSpPr>
      <p:sp>
        <p:nvSpPr>
          <p:cNvPr id="86" name="Google Shape;8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 name="Google Shape;88;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9" name="Google Shape;89;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90" name="Google Shape;90;p21"/>
          <p:cNvSpPr txBox="1"/>
          <p:nvPr>
            <p:ph idx="12" type="sldNum"/>
          </p:nvPr>
        </p:nvSpPr>
        <p:spPr>
          <a:xfrm>
            <a:off x="8472458" y="4663217"/>
            <a:ext cx="548700" cy="393600"/>
          </a:xfrm>
          <a:prstGeom prst="rect">
            <a:avLst/>
          </a:prstGeom>
          <a:noFill/>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91" name="Shape 91"/>
        <p:cNvGrpSpPr/>
        <p:nvPr/>
      </p:nvGrpSpPr>
      <p:grpSpPr>
        <a:xfrm>
          <a:off x="0" y="0"/>
          <a:ext cx="0" cy="0"/>
          <a:chOff x="0" y="0"/>
          <a:chExt cx="0" cy="0"/>
        </a:xfrm>
      </p:grpSpPr>
      <p:sp>
        <p:nvSpPr>
          <p:cNvPr id="92" name="Google Shape;92;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700"/>
              <a:buNone/>
              <a:defRPr/>
            </a:lvl1pPr>
          </a:lstStyle>
          <a:p/>
        </p:txBody>
      </p:sp>
      <p:sp>
        <p:nvSpPr>
          <p:cNvPr id="93" name="Google Shape;93;p22"/>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94" name="Shape 94"/>
        <p:cNvGrpSpPr/>
        <p:nvPr/>
      </p:nvGrpSpPr>
      <p:grpSpPr>
        <a:xfrm>
          <a:off x="0" y="0"/>
          <a:ext cx="0" cy="0"/>
          <a:chOff x="0" y="0"/>
          <a:chExt cx="0" cy="0"/>
        </a:xfrm>
      </p:grpSpPr>
      <p:sp>
        <p:nvSpPr>
          <p:cNvPr id="95" name="Google Shape;95;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6" name="Google Shape;96;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6550" lvl="0" marL="457200" algn="ctr">
              <a:spcBef>
                <a:spcPts val="0"/>
              </a:spcBef>
              <a:spcAft>
                <a:spcPts val="0"/>
              </a:spcAft>
              <a:buSzPts val="1700"/>
              <a:buChar char="●"/>
              <a:defRPr/>
            </a:lvl1pPr>
            <a:lvl2pPr indent="-323850" lvl="1" marL="914400" algn="ctr">
              <a:spcBef>
                <a:spcPts val="0"/>
              </a:spcBef>
              <a:spcAft>
                <a:spcPts val="0"/>
              </a:spcAft>
              <a:buSzPts val="1500"/>
              <a:buChar char="○"/>
              <a:defRPr/>
            </a:lvl2pPr>
            <a:lvl3pPr indent="-317500" lvl="2" marL="1371600" algn="ctr">
              <a:spcBef>
                <a:spcPts val="0"/>
              </a:spcBef>
              <a:spcAft>
                <a:spcPts val="0"/>
              </a:spcAft>
              <a:buSzPts val="1400"/>
              <a:buChar char="■"/>
              <a:defRPr/>
            </a:lvl3pPr>
            <a:lvl4pPr indent="-311150" lvl="3" marL="1828800" algn="ctr">
              <a:spcBef>
                <a:spcPts val="0"/>
              </a:spcBef>
              <a:spcAft>
                <a:spcPts val="0"/>
              </a:spcAft>
              <a:buSzPts val="1300"/>
              <a:buChar char="●"/>
              <a:defRPr/>
            </a:lvl4pPr>
            <a:lvl5pPr indent="-304800" lvl="4" marL="2286000" algn="ctr">
              <a:spcBef>
                <a:spcPts val="0"/>
              </a:spcBef>
              <a:spcAft>
                <a:spcPts val="0"/>
              </a:spcAft>
              <a:buSzPts val="1200"/>
              <a:buChar char="○"/>
              <a:defRPr/>
            </a:lvl5pPr>
            <a:lvl6pPr indent="-298450" lvl="5" marL="2743200" algn="ctr">
              <a:spcBef>
                <a:spcPts val="0"/>
              </a:spcBef>
              <a:spcAft>
                <a:spcPts val="0"/>
              </a:spcAft>
              <a:buSzPts val="1100"/>
              <a:buChar char="■"/>
              <a:defRPr/>
            </a:lvl6pPr>
            <a:lvl7pPr indent="-292100" lvl="6" marL="3200400" algn="ctr">
              <a:spcBef>
                <a:spcPts val="0"/>
              </a:spcBef>
              <a:spcAft>
                <a:spcPts val="0"/>
              </a:spcAft>
              <a:buSzPts val="1000"/>
              <a:buChar char="●"/>
              <a:defRPr/>
            </a:lvl7pPr>
            <a:lvl8pPr indent="-285750" lvl="7" marL="3657600" algn="ctr">
              <a:spcBef>
                <a:spcPts val="0"/>
              </a:spcBef>
              <a:spcAft>
                <a:spcPts val="0"/>
              </a:spcAft>
              <a:buSzPts val="900"/>
              <a:buChar char="○"/>
              <a:defRPr/>
            </a:lvl8pPr>
            <a:lvl9pPr indent="-279400" lvl="8" marL="4114800" algn="ctr">
              <a:spcBef>
                <a:spcPts val="0"/>
              </a:spcBef>
              <a:spcAft>
                <a:spcPts val="0"/>
              </a:spcAft>
              <a:buSzPts val="8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00" name="Shape 100"/>
        <p:cNvGrpSpPr/>
        <p:nvPr/>
      </p:nvGrpSpPr>
      <p:grpSpPr>
        <a:xfrm>
          <a:off x="0" y="0"/>
          <a:ext cx="0" cy="0"/>
          <a:chOff x="0" y="0"/>
          <a:chExt cx="0" cy="0"/>
        </a:xfrm>
      </p:grpSpPr>
      <p:sp>
        <p:nvSpPr>
          <p:cNvPr id="101" name="Google Shape;101;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5"/>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03" name="Google Shape;103;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4" name="Google Shape;104;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5" name="Google Shape;105;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6" name="Google Shape;106;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7" name="Google Shape;107;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8" name="Google Shape;108;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9" name="Shape 109"/>
        <p:cNvGrpSpPr/>
        <p:nvPr/>
      </p:nvGrpSpPr>
      <p:grpSpPr>
        <a:xfrm>
          <a:off x="0" y="0"/>
          <a:ext cx="0" cy="0"/>
          <a:chOff x="0" y="0"/>
          <a:chExt cx="0" cy="0"/>
        </a:xfrm>
      </p:grpSpPr>
      <p:sp>
        <p:nvSpPr>
          <p:cNvPr id="110" name="Google Shape;11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12" name="Google Shape;112;p26"/>
          <p:cNvSpPr/>
          <p:nvPr>
            <p:ph idx="2" type="pic"/>
          </p:nvPr>
        </p:nvSpPr>
        <p:spPr>
          <a:xfrm>
            <a:off x="4992024" y="1152775"/>
            <a:ext cx="3840300" cy="3416400"/>
          </a:xfrm>
          <a:prstGeom prst="rect">
            <a:avLst/>
          </a:prstGeom>
          <a:noFill/>
          <a:ln>
            <a:noFill/>
          </a:ln>
        </p:spPr>
      </p:sp>
      <p:sp>
        <p:nvSpPr>
          <p:cNvPr id="113" name="Google Shape;113;p26"/>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114" name="Shape 114"/>
        <p:cNvGrpSpPr/>
        <p:nvPr/>
      </p:nvGrpSpPr>
      <p:grpSpPr>
        <a:xfrm>
          <a:off x="0" y="0"/>
          <a:ext cx="0" cy="0"/>
          <a:chOff x="0" y="0"/>
          <a:chExt cx="0" cy="0"/>
        </a:xfrm>
      </p:grpSpPr>
      <p:sp>
        <p:nvSpPr>
          <p:cNvPr id="115" name="Google Shape;115;p27"/>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16" name="Google Shape;116;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7" name="Google Shape;117;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18" name="Google Shape;118;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19" name="Google Shape;119;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0" name="Google Shape;120;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21" name="Shape 121"/>
        <p:cNvGrpSpPr/>
        <p:nvPr/>
      </p:nvGrpSpPr>
      <p:grpSpPr>
        <a:xfrm>
          <a:off x="0" y="0"/>
          <a:ext cx="0" cy="0"/>
          <a:chOff x="0" y="0"/>
          <a:chExt cx="0" cy="0"/>
        </a:xfrm>
      </p:grpSpPr>
      <p:sp>
        <p:nvSpPr>
          <p:cNvPr id="122" name="Google Shape;122;p28"/>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23" name="Google Shape;123;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24" name="Google Shape;124;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25" name="Google Shape;125;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26" name="Google Shape;126;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7" name="Google Shape;127;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8" name="Google Shape;128;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9" name="Google Shape;129;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30" name="Shape 130"/>
        <p:cNvGrpSpPr/>
        <p:nvPr/>
      </p:nvGrpSpPr>
      <p:grpSpPr>
        <a:xfrm>
          <a:off x="0" y="0"/>
          <a:ext cx="0" cy="0"/>
          <a:chOff x="0" y="0"/>
          <a:chExt cx="0" cy="0"/>
        </a:xfrm>
      </p:grpSpPr>
      <p:sp>
        <p:nvSpPr>
          <p:cNvPr id="131" name="Google Shape;131;p29"/>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32" name="Google Shape;132;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33" name="Google Shape;133;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34" name="Google Shape;134;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35" name="Google Shape;135;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136" name="Google Shape;136;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7" name="Google Shape;137;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9" name="Google Shape;139;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40" name="Google Shape;140;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41" name="Shape 141"/>
        <p:cNvGrpSpPr/>
        <p:nvPr/>
      </p:nvGrpSpPr>
      <p:grpSpPr>
        <a:xfrm>
          <a:off x="0" y="0"/>
          <a:ext cx="0" cy="0"/>
          <a:chOff x="0" y="0"/>
          <a:chExt cx="0" cy="0"/>
        </a:xfrm>
      </p:grpSpPr>
      <p:sp>
        <p:nvSpPr>
          <p:cNvPr id="142" name="Google Shape;142;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44" name="Google Shape;144;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5" name="Shape 145"/>
        <p:cNvGrpSpPr/>
        <p:nvPr/>
      </p:nvGrpSpPr>
      <p:grpSpPr>
        <a:xfrm>
          <a:off x="0" y="0"/>
          <a:ext cx="0" cy="0"/>
          <a:chOff x="0" y="0"/>
          <a:chExt cx="0" cy="0"/>
        </a:xfrm>
      </p:grpSpPr>
      <p:sp>
        <p:nvSpPr>
          <p:cNvPr id="146" name="Google Shape;146;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7" name="Google Shape;147;p31"/>
          <p:cNvSpPr/>
          <p:nvPr>
            <p:ph idx="2" type="pic"/>
          </p:nvPr>
        </p:nvSpPr>
        <p:spPr>
          <a:xfrm>
            <a:off x="4804825" y="1133300"/>
            <a:ext cx="4027500" cy="2392800"/>
          </a:xfrm>
          <a:prstGeom prst="rect">
            <a:avLst/>
          </a:prstGeom>
          <a:noFill/>
          <a:ln>
            <a:noFill/>
          </a:ln>
        </p:spPr>
      </p:sp>
      <p:sp>
        <p:nvSpPr>
          <p:cNvPr id="148" name="Google Shape;148;p31"/>
          <p:cNvSpPr/>
          <p:nvPr>
            <p:ph idx="3" type="pic"/>
          </p:nvPr>
        </p:nvSpPr>
        <p:spPr>
          <a:xfrm>
            <a:off x="311725" y="1133300"/>
            <a:ext cx="4027500" cy="2392800"/>
          </a:xfrm>
          <a:prstGeom prst="rect">
            <a:avLst/>
          </a:prstGeom>
          <a:noFill/>
          <a:ln>
            <a:noFill/>
          </a:ln>
        </p:spPr>
      </p:sp>
      <p:sp>
        <p:nvSpPr>
          <p:cNvPr id="149" name="Google Shape;149;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0" name="Google Shape;150;p31"/>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51" name="Google Shape;151;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3" name="Google Shape;153;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54" name="Shape 154"/>
        <p:cNvGrpSpPr/>
        <p:nvPr/>
      </p:nvGrpSpPr>
      <p:grpSpPr>
        <a:xfrm>
          <a:off x="0" y="0"/>
          <a:ext cx="0" cy="0"/>
          <a:chOff x="0" y="0"/>
          <a:chExt cx="0" cy="0"/>
        </a:xfrm>
      </p:grpSpPr>
      <p:sp>
        <p:nvSpPr>
          <p:cNvPr id="155" name="Google Shape;155;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p:nvPr>
            <p:ph idx="2" type="pic"/>
          </p:nvPr>
        </p:nvSpPr>
        <p:spPr>
          <a:xfrm>
            <a:off x="6205225" y="1128325"/>
            <a:ext cx="2627100" cy="2273100"/>
          </a:xfrm>
          <a:prstGeom prst="rect">
            <a:avLst/>
          </a:prstGeom>
          <a:noFill/>
          <a:ln>
            <a:noFill/>
          </a:ln>
        </p:spPr>
      </p:sp>
      <p:sp>
        <p:nvSpPr>
          <p:cNvPr id="157" name="Google Shape;157;p32"/>
          <p:cNvSpPr/>
          <p:nvPr>
            <p:ph idx="3" type="pic"/>
          </p:nvPr>
        </p:nvSpPr>
        <p:spPr>
          <a:xfrm>
            <a:off x="311725" y="1128325"/>
            <a:ext cx="2627100" cy="2273100"/>
          </a:xfrm>
          <a:prstGeom prst="rect">
            <a:avLst/>
          </a:prstGeom>
          <a:noFill/>
          <a:ln>
            <a:noFill/>
          </a:ln>
        </p:spPr>
      </p:sp>
      <p:sp>
        <p:nvSpPr>
          <p:cNvPr id="158" name="Google Shape;158;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9" name="Google Shape;159;p32"/>
          <p:cNvSpPr/>
          <p:nvPr>
            <p:ph idx="5" type="pic"/>
          </p:nvPr>
        </p:nvSpPr>
        <p:spPr>
          <a:xfrm>
            <a:off x="3255250" y="1128325"/>
            <a:ext cx="2627100" cy="2273100"/>
          </a:xfrm>
          <a:prstGeom prst="rect">
            <a:avLst/>
          </a:prstGeom>
          <a:noFill/>
          <a:ln>
            <a:noFill/>
          </a:ln>
        </p:spPr>
      </p:sp>
      <p:sp>
        <p:nvSpPr>
          <p:cNvPr id="160" name="Google Shape;160;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61" name="Google Shape;161;p32"/>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62" name="Google Shape;162;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4" name="Google Shape;164;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5" name="Google Shape;165;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6" name="Shape 166"/>
        <p:cNvGrpSpPr/>
        <p:nvPr/>
      </p:nvGrpSpPr>
      <p:grpSpPr>
        <a:xfrm>
          <a:off x="0" y="0"/>
          <a:ext cx="0" cy="0"/>
          <a:chOff x="0" y="0"/>
          <a:chExt cx="0" cy="0"/>
        </a:xfrm>
      </p:grpSpPr>
      <p:sp>
        <p:nvSpPr>
          <p:cNvPr id="167" name="Google Shape;167;p33"/>
          <p:cNvSpPr/>
          <p:nvPr>
            <p:ph idx="2" type="pic"/>
          </p:nvPr>
        </p:nvSpPr>
        <p:spPr>
          <a:xfrm>
            <a:off x="311700" y="445025"/>
            <a:ext cx="8520600" cy="4218300"/>
          </a:xfrm>
          <a:prstGeom prst="rect">
            <a:avLst/>
          </a:prstGeom>
          <a:noFill/>
          <a:ln>
            <a:noFill/>
          </a:ln>
        </p:spPr>
      </p:sp>
      <p:sp>
        <p:nvSpPr>
          <p:cNvPr id="168" name="Google Shape;168;p33"/>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9" name="Shape 169"/>
        <p:cNvGrpSpPr/>
        <p:nvPr/>
      </p:nvGrpSpPr>
      <p:grpSpPr>
        <a:xfrm>
          <a:off x="0" y="0"/>
          <a:ext cx="0" cy="0"/>
          <a:chOff x="0" y="0"/>
          <a:chExt cx="0" cy="0"/>
        </a:xfrm>
      </p:grpSpPr>
      <p:sp>
        <p:nvSpPr>
          <p:cNvPr id="170" name="Google Shape;170;p3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71" name="Google Shape;171;p34"/>
          <p:cNvSpPr/>
          <p:nvPr>
            <p:ph idx="2" type="pic"/>
          </p:nvPr>
        </p:nvSpPr>
        <p:spPr>
          <a:xfrm>
            <a:off x="3389600" y="118913"/>
            <a:ext cx="1643700" cy="1535100"/>
          </a:xfrm>
          <a:prstGeom prst="rect">
            <a:avLst/>
          </a:prstGeom>
          <a:noFill/>
          <a:ln>
            <a:noFill/>
          </a:ln>
        </p:spPr>
      </p:sp>
      <p:sp>
        <p:nvSpPr>
          <p:cNvPr id="172" name="Google Shape;172;p34"/>
          <p:cNvSpPr/>
          <p:nvPr>
            <p:ph idx="3" type="pic"/>
          </p:nvPr>
        </p:nvSpPr>
        <p:spPr>
          <a:xfrm>
            <a:off x="5195935" y="118913"/>
            <a:ext cx="1643700" cy="1535100"/>
          </a:xfrm>
          <a:prstGeom prst="rect">
            <a:avLst/>
          </a:prstGeom>
          <a:noFill/>
          <a:ln>
            <a:noFill/>
          </a:ln>
        </p:spPr>
      </p:sp>
      <p:sp>
        <p:nvSpPr>
          <p:cNvPr id="173" name="Google Shape;173;p34"/>
          <p:cNvSpPr/>
          <p:nvPr>
            <p:ph idx="4" type="pic"/>
          </p:nvPr>
        </p:nvSpPr>
        <p:spPr>
          <a:xfrm>
            <a:off x="7002270" y="118913"/>
            <a:ext cx="1643700" cy="1535100"/>
          </a:xfrm>
          <a:prstGeom prst="rect">
            <a:avLst/>
          </a:prstGeom>
          <a:noFill/>
          <a:ln>
            <a:noFill/>
          </a:ln>
        </p:spPr>
      </p:sp>
      <p:sp>
        <p:nvSpPr>
          <p:cNvPr id="174" name="Google Shape;174;p34"/>
          <p:cNvSpPr/>
          <p:nvPr>
            <p:ph idx="5" type="pic"/>
          </p:nvPr>
        </p:nvSpPr>
        <p:spPr>
          <a:xfrm>
            <a:off x="3389588" y="1804212"/>
            <a:ext cx="1643700" cy="1535100"/>
          </a:xfrm>
          <a:prstGeom prst="rect">
            <a:avLst/>
          </a:prstGeom>
          <a:noFill/>
          <a:ln>
            <a:noFill/>
          </a:ln>
        </p:spPr>
      </p:sp>
      <p:sp>
        <p:nvSpPr>
          <p:cNvPr id="175" name="Google Shape;175;p34"/>
          <p:cNvSpPr/>
          <p:nvPr>
            <p:ph idx="6" type="pic"/>
          </p:nvPr>
        </p:nvSpPr>
        <p:spPr>
          <a:xfrm>
            <a:off x="5195922" y="1804212"/>
            <a:ext cx="1643700" cy="1535100"/>
          </a:xfrm>
          <a:prstGeom prst="rect">
            <a:avLst/>
          </a:prstGeom>
          <a:noFill/>
          <a:ln>
            <a:noFill/>
          </a:ln>
        </p:spPr>
      </p:sp>
      <p:sp>
        <p:nvSpPr>
          <p:cNvPr id="176" name="Google Shape;176;p34"/>
          <p:cNvSpPr/>
          <p:nvPr>
            <p:ph idx="7" type="pic"/>
          </p:nvPr>
        </p:nvSpPr>
        <p:spPr>
          <a:xfrm>
            <a:off x="7002257" y="1804212"/>
            <a:ext cx="1643700" cy="1535100"/>
          </a:xfrm>
          <a:prstGeom prst="rect">
            <a:avLst/>
          </a:prstGeom>
          <a:noFill/>
          <a:ln>
            <a:noFill/>
          </a:ln>
        </p:spPr>
      </p:sp>
      <p:sp>
        <p:nvSpPr>
          <p:cNvPr id="177" name="Google Shape;177;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34"/>
          <p:cNvSpPr/>
          <p:nvPr>
            <p:ph idx="8" type="pic"/>
          </p:nvPr>
        </p:nvSpPr>
        <p:spPr>
          <a:xfrm>
            <a:off x="3389588" y="3489487"/>
            <a:ext cx="1643700" cy="1535100"/>
          </a:xfrm>
          <a:prstGeom prst="rect">
            <a:avLst/>
          </a:prstGeom>
          <a:noFill/>
          <a:ln>
            <a:noFill/>
          </a:ln>
        </p:spPr>
      </p:sp>
      <p:sp>
        <p:nvSpPr>
          <p:cNvPr id="179" name="Google Shape;179;p34"/>
          <p:cNvSpPr/>
          <p:nvPr>
            <p:ph idx="9" type="pic"/>
          </p:nvPr>
        </p:nvSpPr>
        <p:spPr>
          <a:xfrm>
            <a:off x="5195922" y="3489487"/>
            <a:ext cx="1643700" cy="1535100"/>
          </a:xfrm>
          <a:prstGeom prst="rect">
            <a:avLst/>
          </a:prstGeom>
          <a:noFill/>
          <a:ln>
            <a:noFill/>
          </a:ln>
        </p:spPr>
      </p:sp>
      <p:sp>
        <p:nvSpPr>
          <p:cNvPr id="180" name="Google Shape;180;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Roadmap" type="title">
  <p:cSld name="TITLE">
    <p:bg>
      <p:bgPr>
        <a:solidFill>
          <a:schemeClr val="accent3"/>
        </a:solidFill>
      </p:bgPr>
    </p:bg>
    <p:spTree>
      <p:nvGrpSpPr>
        <p:cNvPr id="181" name="Shape 181"/>
        <p:cNvGrpSpPr/>
        <p:nvPr/>
      </p:nvGrpSpPr>
      <p:grpSpPr>
        <a:xfrm>
          <a:off x="0" y="0"/>
          <a:ext cx="0" cy="0"/>
          <a:chOff x="0" y="0"/>
          <a:chExt cx="0" cy="0"/>
        </a:xfrm>
      </p:grpSpPr>
      <p:sp>
        <p:nvSpPr>
          <p:cNvPr id="182" name="Google Shape;182;p35"/>
          <p:cNvSpPr txBox="1"/>
          <p:nvPr>
            <p:ph idx="12" type="sldNum"/>
          </p:nvPr>
        </p:nvSpPr>
        <p:spPr>
          <a:xfrm>
            <a:off x="8359800" y="4851000"/>
            <a:ext cx="261300" cy="292500"/>
          </a:xfrm>
          <a:prstGeom prst="rect">
            <a:avLst/>
          </a:prstGeom>
        </p:spPr>
        <p:txBody>
          <a:bodyPr anchorCtr="0" anchor="ctr" bIns="91425" lIns="0" spcFirstLastPara="1" rIns="0" wrap="square" tIns="0">
            <a:noAutofit/>
          </a:bodyPr>
          <a:lstStyle>
            <a:lvl1pPr lvl="0" rtl="0" algn="ctr">
              <a:buNone/>
              <a:defRPr/>
            </a:lvl1pPr>
            <a:lvl2pPr lvl="1" rtl="0" algn="ctr">
              <a:buNone/>
              <a:defRPr/>
            </a:lvl2pPr>
            <a:lvl3pPr lvl="2" rtl="0" algn="ctr">
              <a:buNone/>
              <a:defRPr/>
            </a:lvl3pPr>
            <a:lvl4pPr lvl="3" rtl="0" algn="ctr">
              <a:buNone/>
              <a:defRPr/>
            </a:lvl4pPr>
            <a:lvl5pPr lvl="4" rtl="0" algn="ctr">
              <a:buNone/>
              <a:defRPr/>
            </a:lvl5pPr>
            <a:lvl6pPr lvl="5" rtl="0" algn="ctr">
              <a:buNone/>
              <a:defRPr/>
            </a:lvl6pPr>
            <a:lvl7pPr lvl="6" rtl="0" algn="ctr">
              <a:buNone/>
              <a:defRPr/>
            </a:lvl7pPr>
            <a:lvl8pPr lvl="7" rtl="0" algn="ctr">
              <a:buNone/>
              <a:defRPr/>
            </a:lvl8pPr>
            <a:lvl9pPr lvl="8" rtl="0" algn="ctr">
              <a:buNone/>
              <a:defRPr/>
            </a:lvl9pPr>
          </a:lstStyle>
          <a:p>
            <a:pPr indent="0" lvl="0" marL="0" rtl="0" algn="ctr">
              <a:spcBef>
                <a:spcPts val="0"/>
              </a:spcBef>
              <a:spcAft>
                <a:spcPts val="0"/>
              </a:spcAft>
              <a:buNone/>
            </a:pPr>
            <a:fld id="{00000000-1234-1234-1234-123412341234}" type="slidenum">
              <a:rPr lang="en"/>
              <a:t>‹#›</a:t>
            </a:fld>
            <a:endParaRPr/>
          </a:p>
        </p:txBody>
      </p:sp>
      <p:sp>
        <p:nvSpPr>
          <p:cNvPr id="183" name="Google Shape;183;p35"/>
          <p:cNvSpPr txBox="1"/>
          <p:nvPr>
            <p:ph type="title"/>
          </p:nvPr>
        </p:nvSpPr>
        <p:spPr>
          <a:xfrm>
            <a:off x="303700" y="355500"/>
            <a:ext cx="8421600" cy="11961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1"/>
              </a:buClr>
              <a:buSzPts val="8000"/>
              <a:buNone/>
              <a:defRPr sz="8000">
                <a:solidFill>
                  <a:schemeClr val="dk1"/>
                </a:solidFill>
                <a:latin typeface="Lexend"/>
                <a:ea typeface="Lexend"/>
                <a:cs typeface="Lexend"/>
                <a:sym typeface="Lexend"/>
              </a:defRPr>
            </a:lvl1pPr>
            <a:lvl2pPr lvl="1">
              <a:lnSpc>
                <a:spcPct val="70000"/>
              </a:lnSpc>
              <a:spcBef>
                <a:spcPts val="0"/>
              </a:spcBef>
              <a:spcAft>
                <a:spcPts val="0"/>
              </a:spcAft>
              <a:buClr>
                <a:schemeClr val="dk1"/>
              </a:buClr>
              <a:buSzPts val="8000"/>
              <a:buNone/>
              <a:defRPr sz="8000">
                <a:solidFill>
                  <a:schemeClr val="dk1"/>
                </a:solidFill>
              </a:defRPr>
            </a:lvl2pPr>
            <a:lvl3pPr lvl="2">
              <a:lnSpc>
                <a:spcPct val="70000"/>
              </a:lnSpc>
              <a:spcBef>
                <a:spcPts val="0"/>
              </a:spcBef>
              <a:spcAft>
                <a:spcPts val="0"/>
              </a:spcAft>
              <a:buClr>
                <a:schemeClr val="dk1"/>
              </a:buClr>
              <a:buSzPts val="8000"/>
              <a:buNone/>
              <a:defRPr sz="8000">
                <a:solidFill>
                  <a:schemeClr val="dk1"/>
                </a:solidFill>
              </a:defRPr>
            </a:lvl3pPr>
            <a:lvl4pPr lvl="3">
              <a:lnSpc>
                <a:spcPct val="70000"/>
              </a:lnSpc>
              <a:spcBef>
                <a:spcPts val="0"/>
              </a:spcBef>
              <a:spcAft>
                <a:spcPts val="0"/>
              </a:spcAft>
              <a:buClr>
                <a:schemeClr val="dk1"/>
              </a:buClr>
              <a:buSzPts val="8000"/>
              <a:buNone/>
              <a:defRPr sz="8000">
                <a:solidFill>
                  <a:schemeClr val="dk1"/>
                </a:solidFill>
              </a:defRPr>
            </a:lvl4pPr>
            <a:lvl5pPr lvl="4">
              <a:lnSpc>
                <a:spcPct val="70000"/>
              </a:lnSpc>
              <a:spcBef>
                <a:spcPts val="0"/>
              </a:spcBef>
              <a:spcAft>
                <a:spcPts val="0"/>
              </a:spcAft>
              <a:buClr>
                <a:schemeClr val="dk1"/>
              </a:buClr>
              <a:buSzPts val="8000"/>
              <a:buNone/>
              <a:defRPr sz="8000">
                <a:solidFill>
                  <a:schemeClr val="dk1"/>
                </a:solidFill>
              </a:defRPr>
            </a:lvl5pPr>
            <a:lvl6pPr lvl="5">
              <a:lnSpc>
                <a:spcPct val="70000"/>
              </a:lnSpc>
              <a:spcBef>
                <a:spcPts val="0"/>
              </a:spcBef>
              <a:spcAft>
                <a:spcPts val="0"/>
              </a:spcAft>
              <a:buClr>
                <a:schemeClr val="dk1"/>
              </a:buClr>
              <a:buSzPts val="8000"/>
              <a:buNone/>
              <a:defRPr sz="8000">
                <a:solidFill>
                  <a:schemeClr val="dk1"/>
                </a:solidFill>
              </a:defRPr>
            </a:lvl6pPr>
            <a:lvl7pPr lvl="6">
              <a:lnSpc>
                <a:spcPct val="70000"/>
              </a:lnSpc>
              <a:spcBef>
                <a:spcPts val="0"/>
              </a:spcBef>
              <a:spcAft>
                <a:spcPts val="0"/>
              </a:spcAft>
              <a:buClr>
                <a:schemeClr val="dk1"/>
              </a:buClr>
              <a:buSzPts val="8000"/>
              <a:buNone/>
              <a:defRPr sz="8000">
                <a:solidFill>
                  <a:schemeClr val="dk1"/>
                </a:solidFill>
              </a:defRPr>
            </a:lvl7pPr>
            <a:lvl8pPr lvl="7">
              <a:lnSpc>
                <a:spcPct val="70000"/>
              </a:lnSpc>
              <a:spcBef>
                <a:spcPts val="0"/>
              </a:spcBef>
              <a:spcAft>
                <a:spcPts val="0"/>
              </a:spcAft>
              <a:buClr>
                <a:schemeClr val="dk1"/>
              </a:buClr>
              <a:buSzPts val="8000"/>
              <a:buNone/>
              <a:defRPr sz="8000">
                <a:solidFill>
                  <a:schemeClr val="dk1"/>
                </a:solidFill>
              </a:defRPr>
            </a:lvl8pPr>
            <a:lvl9pPr lvl="8">
              <a:lnSpc>
                <a:spcPct val="70000"/>
              </a:lnSpc>
              <a:spcBef>
                <a:spcPts val="0"/>
              </a:spcBef>
              <a:spcAft>
                <a:spcPts val="0"/>
              </a:spcAft>
              <a:buClr>
                <a:schemeClr val="dk1"/>
              </a:buClr>
              <a:buSzPts val="8000"/>
              <a:buNone/>
              <a:defRPr sz="8000">
                <a:solidFill>
                  <a:schemeClr val="dk1"/>
                </a:solidFill>
              </a:defRPr>
            </a:lvl9pPr>
          </a:lstStyle>
          <a:p/>
        </p:txBody>
      </p:sp>
      <p:sp>
        <p:nvSpPr>
          <p:cNvPr id="184" name="Google Shape;184;p35"/>
          <p:cNvSpPr txBox="1"/>
          <p:nvPr>
            <p:ph idx="1" type="subTitle"/>
          </p:nvPr>
        </p:nvSpPr>
        <p:spPr>
          <a:xfrm>
            <a:off x="333400" y="2378453"/>
            <a:ext cx="3359100" cy="949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5" name="Google Shape;185;p35"/>
          <p:cNvSpPr txBox="1"/>
          <p:nvPr>
            <p:ph idx="2" type="body"/>
          </p:nvPr>
        </p:nvSpPr>
        <p:spPr>
          <a:xfrm>
            <a:off x="341375" y="4655800"/>
            <a:ext cx="2088300" cy="2358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
        <p:nvSpPr>
          <p:cNvPr id="186" name="Google Shape;186;p35"/>
          <p:cNvSpPr txBox="1"/>
          <p:nvPr>
            <p:ph idx="3" type="sldNum"/>
          </p:nvPr>
        </p:nvSpPr>
        <p:spPr>
          <a:xfrm>
            <a:off x="8359800" y="4851000"/>
            <a:ext cx="261300" cy="292500"/>
          </a:xfrm>
          <a:prstGeom prst="rect">
            <a:avLst/>
          </a:prstGeom>
          <a:noFill/>
        </p:spPr>
        <p:txBody>
          <a:bodyPr anchorCtr="0" anchor="ctr" bIns="91425" lIns="0" spcFirstLastPara="1" rIns="0" wrap="square" tIns="0">
            <a:noAutofit/>
          </a:bodyPr>
          <a:lstStyle>
            <a:lvl1pPr lvl="0" rtl="0" algn="ctr">
              <a:buNone/>
              <a:defRPr>
                <a:solidFill>
                  <a:schemeClr val="accent3"/>
                </a:solidFill>
              </a:defRPr>
            </a:lvl1pPr>
            <a:lvl2pPr lvl="1" rtl="0" algn="ctr">
              <a:buNone/>
              <a:defRPr>
                <a:solidFill>
                  <a:schemeClr val="accent3"/>
                </a:solidFill>
              </a:defRPr>
            </a:lvl2pPr>
            <a:lvl3pPr lvl="2" rtl="0" algn="ctr">
              <a:buNone/>
              <a:defRPr>
                <a:solidFill>
                  <a:schemeClr val="accent3"/>
                </a:solidFill>
              </a:defRPr>
            </a:lvl3pPr>
            <a:lvl4pPr lvl="3" rtl="0" algn="ctr">
              <a:buNone/>
              <a:defRPr>
                <a:solidFill>
                  <a:schemeClr val="accent3"/>
                </a:solidFill>
              </a:defRPr>
            </a:lvl4pPr>
            <a:lvl5pPr lvl="4" rtl="0" algn="ctr">
              <a:buNone/>
              <a:defRPr>
                <a:solidFill>
                  <a:schemeClr val="accent3"/>
                </a:solidFill>
              </a:defRPr>
            </a:lvl5pPr>
            <a:lvl6pPr lvl="5" rtl="0" algn="ctr">
              <a:buNone/>
              <a:defRPr>
                <a:solidFill>
                  <a:schemeClr val="accent3"/>
                </a:solidFill>
              </a:defRPr>
            </a:lvl6pPr>
            <a:lvl7pPr lvl="6" rtl="0" algn="ctr">
              <a:buNone/>
              <a:defRPr>
                <a:solidFill>
                  <a:schemeClr val="accent3"/>
                </a:solidFill>
              </a:defRPr>
            </a:lvl7pPr>
            <a:lvl8pPr lvl="7" rtl="0" algn="ctr">
              <a:buNone/>
              <a:defRPr>
                <a:solidFill>
                  <a:schemeClr val="accent3"/>
                </a:solidFill>
              </a:defRPr>
            </a:lvl8pPr>
            <a:lvl9pPr lvl="8" rtl="0" algn="ctr">
              <a:buNone/>
              <a:defRPr>
                <a:solidFill>
                  <a:schemeClr val="accent3"/>
                </a:solidFill>
              </a:defRPr>
            </a:lvl9pPr>
          </a:lstStyle>
          <a:p>
            <a:pPr indent="0" lvl="0" marL="0" rtl="0" algn="ctr">
              <a:spcBef>
                <a:spcPts val="0"/>
              </a:spcBef>
              <a:spcAft>
                <a:spcPts val="0"/>
              </a:spcAft>
              <a:buNone/>
            </a:pPr>
            <a:fld id="{00000000-1234-1234-1234-123412341234}" type="slidenum">
              <a:rPr lang="en"/>
              <a:t>‹#›</a:t>
            </a:fld>
            <a:endParaRPr/>
          </a:p>
        </p:txBody>
      </p:sp>
      <p:sp>
        <p:nvSpPr>
          <p:cNvPr id="187" name="Google Shape;187;p35"/>
          <p:cNvSpPr txBox="1"/>
          <p:nvPr>
            <p:ph idx="4" type="body"/>
          </p:nvPr>
        </p:nvSpPr>
        <p:spPr>
          <a:xfrm>
            <a:off x="2652248" y="4655800"/>
            <a:ext cx="1940700" cy="2358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cxnSp>
        <p:nvCxnSpPr>
          <p:cNvPr id="188" name="Google Shape;188;p35"/>
          <p:cNvCxnSpPr/>
          <p:nvPr/>
        </p:nvCxnSpPr>
        <p:spPr>
          <a:xfrm>
            <a:off x="-3150" y="4448151"/>
            <a:ext cx="5232300" cy="0"/>
          </a:xfrm>
          <a:prstGeom prst="straightConnector1">
            <a:avLst/>
          </a:prstGeom>
          <a:noFill/>
          <a:ln cap="flat" cmpd="sng" w="19050">
            <a:solidFill>
              <a:schemeClr val="accent2"/>
            </a:solidFill>
            <a:prstDash val="dot"/>
            <a:round/>
            <a:headEnd len="med" w="med" type="none"/>
            <a:tailEnd len="med" w="med" type="none"/>
          </a:ln>
        </p:spPr>
      </p:cxnSp>
      <p:sp>
        <p:nvSpPr>
          <p:cNvPr id="189" name="Google Shape;189;p35"/>
          <p:cNvSpPr/>
          <p:nvPr>
            <p:ph idx="5" type="pic"/>
          </p:nvPr>
        </p:nvSpPr>
        <p:spPr>
          <a:xfrm>
            <a:off x="5229150" y="2509975"/>
            <a:ext cx="3914400" cy="2636400"/>
          </a:xfrm>
          <a:prstGeom prst="rect">
            <a:avLst/>
          </a:prstGeom>
          <a:noFill/>
          <a:ln>
            <a:noFill/>
          </a:ln>
        </p:spPr>
      </p:sp>
    </p:spTree>
  </p:cSld>
  <p:clrMapOvr>
    <a:masterClrMapping/>
  </p:clrMapOvr>
  <p:extLst>
    <p:ext uri="{DCECCB84-F9BA-43D5-87BE-67443E8EF086}">
      <p15:sldGuideLst>
        <p15:guide id="1" orient="horz" pos="837">
          <p15:clr>
            <a:srgbClr val="E46962"/>
          </p15:clr>
        </p15:guide>
        <p15:guide id="2" orient="horz" pos="1369">
          <p15:clr>
            <a:srgbClr val="E46962"/>
          </p15:clr>
        </p15:guide>
        <p15:guide id="3" orient="horz" pos="1581">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blank">
  <p:cSld name="BLANK">
    <p:spTree>
      <p:nvGrpSpPr>
        <p:cNvPr id="190" name="Shape 190"/>
        <p:cNvGrpSpPr/>
        <p:nvPr/>
      </p:nvGrpSpPr>
      <p:grpSpPr>
        <a:xfrm>
          <a:off x="0" y="0"/>
          <a:ext cx="0" cy="0"/>
          <a:chOff x="0" y="0"/>
          <a:chExt cx="0" cy="0"/>
        </a:xfrm>
      </p:grpSpPr>
      <p:sp>
        <p:nvSpPr>
          <p:cNvPr id="191" name="Google Shape;191;p36"/>
          <p:cNvSpPr txBox="1"/>
          <p:nvPr>
            <p:ph type="title"/>
          </p:nvPr>
        </p:nvSpPr>
        <p:spPr>
          <a:xfrm>
            <a:off x="674916" y="289225"/>
            <a:ext cx="6598800" cy="1039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lvl1pPr>
            <a:lvl2pPr lvl="1">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2pPr>
            <a:lvl3pPr lvl="2">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3pPr>
            <a:lvl4pPr lvl="3">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4pPr>
            <a:lvl5pPr lvl="4">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5pPr>
            <a:lvl6pPr lvl="5">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6pPr>
            <a:lvl7pPr lvl="6">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7pPr>
            <a:lvl8pPr lvl="7">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8pPr>
            <a:lvl9pPr lvl="8">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6">
    <p:bg>
      <p:bgPr>
        <a:solidFill>
          <a:schemeClr val="lt2"/>
        </a:solidFill>
      </p:bgPr>
    </p:bg>
    <p:spTree>
      <p:nvGrpSpPr>
        <p:cNvPr id="192" name="Shape 192"/>
        <p:cNvGrpSpPr/>
        <p:nvPr/>
      </p:nvGrpSpPr>
      <p:grpSpPr>
        <a:xfrm>
          <a:off x="0" y="0"/>
          <a:ext cx="0" cy="0"/>
          <a:chOff x="0" y="0"/>
          <a:chExt cx="0" cy="0"/>
        </a:xfrm>
      </p:grpSpPr>
      <p:sp>
        <p:nvSpPr>
          <p:cNvPr id="193" name="Google Shape;193;p37"/>
          <p:cNvSpPr txBox="1"/>
          <p:nvPr>
            <p:ph type="title"/>
          </p:nvPr>
        </p:nvSpPr>
        <p:spPr>
          <a:xfrm>
            <a:off x="104400" y="3069000"/>
            <a:ext cx="7865400" cy="20745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dk2"/>
              </a:buClr>
              <a:buSzPts val="8000"/>
              <a:buFont typeface="Lexend"/>
              <a:buNone/>
              <a:defRPr sz="8000">
                <a:solidFill>
                  <a:schemeClr val="dk2"/>
                </a:solidFill>
                <a:latin typeface="Lexend"/>
                <a:ea typeface="Lexend"/>
                <a:cs typeface="Lexend"/>
                <a:sym typeface="Lexend"/>
              </a:defRPr>
            </a:lvl1pPr>
            <a:lvl2pPr lvl="1">
              <a:spcBef>
                <a:spcPts val="0"/>
              </a:spcBef>
              <a:spcAft>
                <a:spcPts val="0"/>
              </a:spcAft>
              <a:buClr>
                <a:schemeClr val="dk2"/>
              </a:buClr>
              <a:buSzPts val="1400"/>
              <a:buFont typeface="Lexend"/>
              <a:buNone/>
              <a:defRPr>
                <a:solidFill>
                  <a:schemeClr val="dk2"/>
                </a:solidFill>
              </a:defRPr>
            </a:lvl2pPr>
            <a:lvl3pPr lvl="2">
              <a:spcBef>
                <a:spcPts val="0"/>
              </a:spcBef>
              <a:spcAft>
                <a:spcPts val="0"/>
              </a:spcAft>
              <a:buClr>
                <a:schemeClr val="dk2"/>
              </a:buClr>
              <a:buSzPts val="1400"/>
              <a:buFont typeface="Lexend"/>
              <a:buNone/>
              <a:defRPr>
                <a:solidFill>
                  <a:schemeClr val="dk2"/>
                </a:solidFill>
              </a:defRPr>
            </a:lvl3pPr>
            <a:lvl4pPr lvl="3">
              <a:spcBef>
                <a:spcPts val="0"/>
              </a:spcBef>
              <a:spcAft>
                <a:spcPts val="0"/>
              </a:spcAft>
              <a:buClr>
                <a:schemeClr val="dk2"/>
              </a:buClr>
              <a:buSzPts val="1400"/>
              <a:buFont typeface="Lexend"/>
              <a:buNone/>
              <a:defRPr>
                <a:solidFill>
                  <a:schemeClr val="dk2"/>
                </a:solidFill>
              </a:defRPr>
            </a:lvl4pPr>
            <a:lvl5pPr lvl="4">
              <a:spcBef>
                <a:spcPts val="0"/>
              </a:spcBef>
              <a:spcAft>
                <a:spcPts val="0"/>
              </a:spcAft>
              <a:buClr>
                <a:schemeClr val="dk2"/>
              </a:buClr>
              <a:buSzPts val="1400"/>
              <a:buFont typeface="Lexend"/>
              <a:buNone/>
              <a:defRPr>
                <a:solidFill>
                  <a:schemeClr val="dk2"/>
                </a:solidFill>
              </a:defRPr>
            </a:lvl5pPr>
            <a:lvl6pPr lvl="5">
              <a:spcBef>
                <a:spcPts val="0"/>
              </a:spcBef>
              <a:spcAft>
                <a:spcPts val="0"/>
              </a:spcAft>
              <a:buClr>
                <a:schemeClr val="dk2"/>
              </a:buClr>
              <a:buSzPts val="1400"/>
              <a:buFont typeface="Lexend"/>
              <a:buNone/>
              <a:defRPr>
                <a:solidFill>
                  <a:schemeClr val="dk2"/>
                </a:solidFill>
              </a:defRPr>
            </a:lvl6pPr>
            <a:lvl7pPr lvl="6">
              <a:spcBef>
                <a:spcPts val="0"/>
              </a:spcBef>
              <a:spcAft>
                <a:spcPts val="0"/>
              </a:spcAft>
              <a:buClr>
                <a:schemeClr val="dk2"/>
              </a:buClr>
              <a:buSzPts val="1400"/>
              <a:buFont typeface="Lexend"/>
              <a:buNone/>
              <a:defRPr>
                <a:solidFill>
                  <a:schemeClr val="dk2"/>
                </a:solidFill>
              </a:defRPr>
            </a:lvl7pPr>
            <a:lvl8pPr lvl="7">
              <a:spcBef>
                <a:spcPts val="0"/>
              </a:spcBef>
              <a:spcAft>
                <a:spcPts val="0"/>
              </a:spcAft>
              <a:buClr>
                <a:schemeClr val="dk2"/>
              </a:buClr>
              <a:buSzPts val="1400"/>
              <a:buFont typeface="Lexend"/>
              <a:buNone/>
              <a:defRPr>
                <a:solidFill>
                  <a:schemeClr val="dk2"/>
                </a:solidFill>
              </a:defRPr>
            </a:lvl8pPr>
            <a:lvl9pPr lvl="8">
              <a:spcBef>
                <a:spcPts val="0"/>
              </a:spcBef>
              <a:spcAft>
                <a:spcPts val="0"/>
              </a:spcAft>
              <a:buClr>
                <a:schemeClr val="dk2"/>
              </a:buClr>
              <a:buSzPts val="1400"/>
              <a:buFont typeface="Lexend"/>
              <a:buNone/>
              <a:defRPr>
                <a:solidFill>
                  <a:schemeClr val="dk2"/>
                </a:solidFill>
              </a:defRPr>
            </a:lvl9pPr>
          </a:lstStyle>
          <a:p/>
        </p:txBody>
      </p:sp>
      <p:sp>
        <p:nvSpPr>
          <p:cNvPr id="194" name="Google Shape;194;p37"/>
          <p:cNvSpPr/>
          <p:nvPr>
            <p:ph idx="2" type="pic"/>
          </p:nvPr>
        </p:nvSpPr>
        <p:spPr>
          <a:xfrm>
            <a:off x="248250" y="256400"/>
            <a:ext cx="8647500" cy="2463000"/>
          </a:xfrm>
          <a:prstGeom prst="rect">
            <a:avLst/>
          </a:prstGeom>
          <a:noFill/>
          <a:ln>
            <a:noFill/>
          </a:ln>
        </p:spPr>
      </p:sp>
    </p:spTree>
  </p:cSld>
  <p:clrMapOvr>
    <a:masterClrMapping/>
  </p:clrMapOvr>
  <p:extLst>
    <p:ext uri="{DCECCB84-F9BA-43D5-87BE-67443E8EF086}">
      <p15:sldGuideLst>
        <p15:guide id="1" orient="horz" pos="3115">
          <p15:clr>
            <a:srgbClr val="E46962"/>
          </p15:clr>
        </p15:guide>
        <p15:guide id="2" orient="horz" pos="3077">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5_1">
    <p:bg>
      <p:bgPr>
        <a:solidFill>
          <a:schemeClr val="accent4"/>
        </a:solidFill>
      </p:bgPr>
    </p:bg>
    <p:spTree>
      <p:nvGrpSpPr>
        <p:cNvPr id="195" name="Shape 195"/>
        <p:cNvGrpSpPr/>
        <p:nvPr/>
      </p:nvGrpSpPr>
      <p:grpSpPr>
        <a:xfrm>
          <a:off x="0" y="0"/>
          <a:ext cx="0" cy="0"/>
          <a:chOff x="0" y="0"/>
          <a:chExt cx="0" cy="0"/>
        </a:xfrm>
      </p:grpSpPr>
      <p:sp>
        <p:nvSpPr>
          <p:cNvPr id="196" name="Google Shape;196;p38"/>
          <p:cNvSpPr txBox="1"/>
          <p:nvPr>
            <p:ph type="title"/>
          </p:nvPr>
        </p:nvSpPr>
        <p:spPr>
          <a:xfrm>
            <a:off x="104400" y="150125"/>
            <a:ext cx="7883400" cy="20175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8000"/>
              <a:buFont typeface="Lexend"/>
              <a:buNone/>
              <a:defRPr sz="8000">
                <a:solidFill>
                  <a:schemeClr val="dk1"/>
                </a:solidFill>
                <a:latin typeface="Lexend"/>
                <a:ea typeface="Lexend"/>
                <a:cs typeface="Lexend"/>
                <a:sym typeface="Lexend"/>
              </a:defRPr>
            </a:lvl1pPr>
            <a:lvl2pPr lvl="1">
              <a:spcBef>
                <a:spcPts val="0"/>
              </a:spcBef>
              <a:spcAft>
                <a:spcPts val="0"/>
              </a:spcAft>
              <a:buClr>
                <a:schemeClr val="dk1"/>
              </a:buClr>
              <a:buSzPts val="1400"/>
              <a:buFont typeface="Lexend"/>
              <a:buNone/>
              <a:defRPr>
                <a:solidFill>
                  <a:schemeClr val="dk1"/>
                </a:solidFill>
              </a:defRPr>
            </a:lvl2pPr>
            <a:lvl3pPr lvl="2">
              <a:spcBef>
                <a:spcPts val="0"/>
              </a:spcBef>
              <a:spcAft>
                <a:spcPts val="0"/>
              </a:spcAft>
              <a:buClr>
                <a:schemeClr val="dk1"/>
              </a:buClr>
              <a:buSzPts val="1400"/>
              <a:buFont typeface="Lexend"/>
              <a:buNone/>
              <a:defRPr>
                <a:solidFill>
                  <a:schemeClr val="dk1"/>
                </a:solidFill>
              </a:defRPr>
            </a:lvl3pPr>
            <a:lvl4pPr lvl="3">
              <a:spcBef>
                <a:spcPts val="0"/>
              </a:spcBef>
              <a:spcAft>
                <a:spcPts val="0"/>
              </a:spcAft>
              <a:buClr>
                <a:schemeClr val="dk1"/>
              </a:buClr>
              <a:buSzPts val="1400"/>
              <a:buFont typeface="Lexend"/>
              <a:buNone/>
              <a:defRPr>
                <a:solidFill>
                  <a:schemeClr val="dk1"/>
                </a:solidFill>
              </a:defRPr>
            </a:lvl4pPr>
            <a:lvl5pPr lvl="4">
              <a:spcBef>
                <a:spcPts val="0"/>
              </a:spcBef>
              <a:spcAft>
                <a:spcPts val="0"/>
              </a:spcAft>
              <a:buClr>
                <a:schemeClr val="dk1"/>
              </a:buClr>
              <a:buSzPts val="1400"/>
              <a:buFont typeface="Lexend"/>
              <a:buNone/>
              <a:defRPr>
                <a:solidFill>
                  <a:schemeClr val="dk1"/>
                </a:solidFill>
              </a:defRPr>
            </a:lvl5pPr>
            <a:lvl6pPr lvl="5">
              <a:spcBef>
                <a:spcPts val="0"/>
              </a:spcBef>
              <a:spcAft>
                <a:spcPts val="0"/>
              </a:spcAft>
              <a:buClr>
                <a:schemeClr val="dk1"/>
              </a:buClr>
              <a:buSzPts val="1400"/>
              <a:buFont typeface="Lexend"/>
              <a:buNone/>
              <a:defRPr>
                <a:solidFill>
                  <a:schemeClr val="dk1"/>
                </a:solidFill>
              </a:defRPr>
            </a:lvl6pPr>
            <a:lvl7pPr lvl="6">
              <a:spcBef>
                <a:spcPts val="0"/>
              </a:spcBef>
              <a:spcAft>
                <a:spcPts val="0"/>
              </a:spcAft>
              <a:buClr>
                <a:schemeClr val="dk1"/>
              </a:buClr>
              <a:buSzPts val="1400"/>
              <a:buFont typeface="Lexend"/>
              <a:buNone/>
              <a:defRPr>
                <a:solidFill>
                  <a:schemeClr val="dk1"/>
                </a:solidFill>
              </a:defRPr>
            </a:lvl7pPr>
            <a:lvl8pPr lvl="7">
              <a:spcBef>
                <a:spcPts val="0"/>
              </a:spcBef>
              <a:spcAft>
                <a:spcPts val="0"/>
              </a:spcAft>
              <a:buClr>
                <a:schemeClr val="dk1"/>
              </a:buClr>
              <a:buSzPts val="1400"/>
              <a:buFont typeface="Lexend"/>
              <a:buNone/>
              <a:defRPr>
                <a:solidFill>
                  <a:schemeClr val="dk1"/>
                </a:solidFill>
              </a:defRPr>
            </a:lvl8pPr>
            <a:lvl9pPr lvl="8">
              <a:spcBef>
                <a:spcPts val="0"/>
              </a:spcBef>
              <a:spcAft>
                <a:spcPts val="0"/>
              </a:spcAft>
              <a:buClr>
                <a:schemeClr val="dk1"/>
              </a:buClr>
              <a:buSzPts val="1400"/>
              <a:buFont typeface="Lexend"/>
              <a:buNone/>
              <a:defRPr>
                <a:solidFill>
                  <a:schemeClr val="dk1"/>
                </a:solidFill>
              </a:defRPr>
            </a:lvl9pPr>
          </a:lstStyle>
          <a:p/>
        </p:txBody>
      </p:sp>
      <p:sp>
        <p:nvSpPr>
          <p:cNvPr id="197" name="Google Shape;197;p38"/>
          <p:cNvSpPr/>
          <p:nvPr>
            <p:ph idx="2" type="pic"/>
          </p:nvPr>
        </p:nvSpPr>
        <p:spPr>
          <a:xfrm>
            <a:off x="248250" y="2425338"/>
            <a:ext cx="8647500" cy="24630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mockup">
  <p:cSld name="CUSTOM_26_1">
    <p:bg>
      <p:bgPr>
        <a:solidFill>
          <a:schemeClr val="accent4"/>
        </a:solidFill>
      </p:bgPr>
    </p:bg>
    <p:spTree>
      <p:nvGrpSpPr>
        <p:cNvPr id="198" name="Shape 198"/>
        <p:cNvGrpSpPr/>
        <p:nvPr/>
      </p:nvGrpSpPr>
      <p:grpSpPr>
        <a:xfrm>
          <a:off x="0" y="0"/>
          <a:ext cx="0" cy="0"/>
          <a:chOff x="0" y="0"/>
          <a:chExt cx="0" cy="0"/>
        </a:xfrm>
      </p:grpSpPr>
      <p:sp>
        <p:nvSpPr>
          <p:cNvPr id="199" name="Google Shape;199;p39"/>
          <p:cNvSpPr/>
          <p:nvPr/>
        </p:nvSpPr>
        <p:spPr>
          <a:xfrm rot="-5400000">
            <a:off x="5014800" y="1016575"/>
            <a:ext cx="5145600" cy="3112800"/>
          </a:xfrm>
          <a:prstGeom prst="round2SameRect">
            <a:avLst>
              <a:gd fmla="val 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9"/>
          <p:cNvSpPr/>
          <p:nvPr>
            <p:ph idx="2" type="pic"/>
          </p:nvPr>
        </p:nvSpPr>
        <p:spPr>
          <a:xfrm>
            <a:off x="6819050" y="857921"/>
            <a:ext cx="1598400" cy="3413100"/>
          </a:xfrm>
          <a:prstGeom prst="roundRect">
            <a:avLst>
              <a:gd fmla="val 11038" name="adj"/>
            </a:avLst>
          </a:prstGeom>
          <a:noFill/>
          <a:ln>
            <a:noFill/>
          </a:ln>
        </p:spPr>
      </p:sp>
      <p:sp>
        <p:nvSpPr>
          <p:cNvPr id="201" name="Google Shape;201;p39"/>
          <p:cNvSpPr txBox="1"/>
          <p:nvPr>
            <p:ph idx="1"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02" name="Google Shape;202;p39"/>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3" name="Google Shape;203;p39"/>
          <p:cNvSpPr txBox="1"/>
          <p:nvPr>
            <p:ph idx="3" type="body"/>
          </p:nvPr>
        </p:nvSpPr>
        <p:spPr>
          <a:xfrm>
            <a:off x="661575" y="2514875"/>
            <a:ext cx="4300200" cy="21909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mockup 1">
  <p:cSld name="CUSTOM_28">
    <p:bg>
      <p:bgPr>
        <a:solidFill>
          <a:schemeClr val="accent3"/>
        </a:solidFill>
      </p:bgPr>
    </p:bg>
    <p:spTree>
      <p:nvGrpSpPr>
        <p:cNvPr id="204" name="Shape 204"/>
        <p:cNvGrpSpPr/>
        <p:nvPr/>
      </p:nvGrpSpPr>
      <p:grpSpPr>
        <a:xfrm>
          <a:off x="0" y="0"/>
          <a:ext cx="0" cy="0"/>
          <a:chOff x="0" y="0"/>
          <a:chExt cx="0" cy="0"/>
        </a:xfrm>
      </p:grpSpPr>
      <p:sp>
        <p:nvSpPr>
          <p:cNvPr id="205" name="Google Shape;205;p40"/>
          <p:cNvSpPr/>
          <p:nvPr/>
        </p:nvSpPr>
        <p:spPr>
          <a:xfrm rot="-5400000">
            <a:off x="5014800" y="1016575"/>
            <a:ext cx="5145600" cy="3112800"/>
          </a:xfrm>
          <a:prstGeom prst="round2SameRect">
            <a:avLst>
              <a:gd fmla="val 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0"/>
          <p:cNvSpPr txBox="1"/>
          <p:nvPr>
            <p:ph idx="1" type="body"/>
          </p:nvPr>
        </p:nvSpPr>
        <p:spPr>
          <a:xfrm>
            <a:off x="661575" y="2514875"/>
            <a:ext cx="4300200" cy="21909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9pPr>
          </a:lstStyle>
          <a:p/>
        </p:txBody>
      </p:sp>
      <p:sp>
        <p:nvSpPr>
          <p:cNvPr id="207" name="Google Shape;207;p40"/>
          <p:cNvSpPr txBox="1"/>
          <p:nvPr>
            <p:ph idx="2"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08" name="Google Shape;208;p40"/>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9" name="Google Shape;209;p40"/>
          <p:cNvSpPr/>
          <p:nvPr>
            <p:ph idx="3" type="pic"/>
          </p:nvPr>
        </p:nvSpPr>
        <p:spPr>
          <a:xfrm>
            <a:off x="6819050" y="857921"/>
            <a:ext cx="1598400" cy="3413100"/>
          </a:xfrm>
          <a:prstGeom prst="roundRect">
            <a:avLst>
              <a:gd fmla="val 11038" name="adj"/>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and Ipad mockup">
  <p:cSld name="CUSTOM_27">
    <p:bg>
      <p:bgPr>
        <a:solidFill>
          <a:schemeClr val="accent4"/>
        </a:solidFill>
      </p:bgPr>
    </p:bg>
    <p:spTree>
      <p:nvGrpSpPr>
        <p:cNvPr id="210" name="Shape 210"/>
        <p:cNvGrpSpPr/>
        <p:nvPr/>
      </p:nvGrpSpPr>
      <p:grpSpPr>
        <a:xfrm>
          <a:off x="0" y="0"/>
          <a:ext cx="0" cy="0"/>
          <a:chOff x="0" y="0"/>
          <a:chExt cx="0" cy="0"/>
        </a:xfrm>
      </p:grpSpPr>
      <p:sp>
        <p:nvSpPr>
          <p:cNvPr id="211" name="Google Shape;211;p41"/>
          <p:cNvSpPr/>
          <p:nvPr>
            <p:ph idx="2" type="pic"/>
          </p:nvPr>
        </p:nvSpPr>
        <p:spPr>
          <a:xfrm>
            <a:off x="869088" y="1528242"/>
            <a:ext cx="1536600" cy="3262500"/>
          </a:xfrm>
          <a:prstGeom prst="roundRect">
            <a:avLst>
              <a:gd fmla="val 11038" name="adj"/>
            </a:avLst>
          </a:prstGeom>
          <a:noFill/>
          <a:ln>
            <a:noFill/>
          </a:ln>
        </p:spPr>
      </p:sp>
      <p:sp>
        <p:nvSpPr>
          <p:cNvPr id="212" name="Google Shape;212;p41"/>
          <p:cNvSpPr/>
          <p:nvPr>
            <p:ph idx="3" type="pic"/>
          </p:nvPr>
        </p:nvSpPr>
        <p:spPr>
          <a:xfrm>
            <a:off x="3913204" y="1528242"/>
            <a:ext cx="4587000" cy="3262500"/>
          </a:xfrm>
          <a:prstGeom prst="roundRect">
            <a:avLst>
              <a:gd fmla="val 4639" name="adj"/>
            </a:avLst>
          </a:prstGeom>
          <a:noFill/>
          <a:ln>
            <a:noFill/>
          </a:ln>
        </p:spPr>
      </p:sp>
      <p:sp>
        <p:nvSpPr>
          <p:cNvPr id="213" name="Google Shape;213;p41"/>
          <p:cNvSpPr txBox="1"/>
          <p:nvPr>
            <p:ph idx="1" type="body"/>
          </p:nvPr>
        </p:nvSpPr>
        <p:spPr>
          <a:xfrm>
            <a:off x="4574425" y="271875"/>
            <a:ext cx="3908700" cy="606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14" name="Google Shape;214;p41"/>
          <p:cNvSpPr txBox="1"/>
          <p:nvPr>
            <p:ph idx="4" type="body"/>
          </p:nvPr>
        </p:nvSpPr>
        <p:spPr>
          <a:xfrm>
            <a:off x="687900" y="292725"/>
            <a:ext cx="34125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15" name="Google Shape;215;p41"/>
          <p:cNvSpPr txBox="1"/>
          <p:nvPr>
            <p:ph type="title"/>
          </p:nvPr>
        </p:nvSpPr>
        <p:spPr>
          <a:xfrm>
            <a:off x="661575" y="424275"/>
            <a:ext cx="34389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1">
  <p:cSld name="CUSTOM_1_1">
    <p:bg>
      <p:bgPr>
        <a:solidFill>
          <a:schemeClr val="accent3"/>
        </a:solidFill>
      </p:bgPr>
    </p:bg>
    <p:spTree>
      <p:nvGrpSpPr>
        <p:cNvPr id="216" name="Shape 216"/>
        <p:cNvGrpSpPr/>
        <p:nvPr/>
      </p:nvGrpSpPr>
      <p:grpSpPr>
        <a:xfrm>
          <a:off x="0" y="0"/>
          <a:ext cx="0" cy="0"/>
          <a:chOff x="0" y="0"/>
          <a:chExt cx="0" cy="0"/>
        </a:xfrm>
      </p:grpSpPr>
      <p:sp>
        <p:nvSpPr>
          <p:cNvPr id="217" name="Google Shape;217;p42"/>
          <p:cNvSpPr txBox="1"/>
          <p:nvPr>
            <p:ph idx="1" type="body"/>
          </p:nvPr>
        </p:nvSpPr>
        <p:spPr>
          <a:xfrm>
            <a:off x="887306" y="2097422"/>
            <a:ext cx="2922000" cy="2152200"/>
          </a:xfrm>
          <a:prstGeom prst="rect">
            <a:avLst/>
          </a:prstGeom>
          <a:noFill/>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9pPr>
          </a:lstStyle>
          <a:p/>
        </p:txBody>
      </p:sp>
      <p:sp>
        <p:nvSpPr>
          <p:cNvPr id="218" name="Google Shape;218;p42"/>
          <p:cNvSpPr txBox="1"/>
          <p:nvPr>
            <p:ph idx="2" type="subTitle"/>
          </p:nvPr>
        </p:nvSpPr>
        <p:spPr>
          <a:xfrm>
            <a:off x="904390" y="1077175"/>
            <a:ext cx="29283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42"/>
          <p:cNvSpPr txBox="1"/>
          <p:nvPr>
            <p:ph idx="3" type="body"/>
          </p:nvPr>
        </p:nvSpPr>
        <p:spPr>
          <a:xfrm>
            <a:off x="904890" y="901275"/>
            <a:ext cx="2927700" cy="1758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p:cSld name="CUSTOM_2">
    <p:spTree>
      <p:nvGrpSpPr>
        <p:cNvPr id="220" name="Shape 220"/>
        <p:cNvGrpSpPr/>
        <p:nvPr/>
      </p:nvGrpSpPr>
      <p:grpSpPr>
        <a:xfrm>
          <a:off x="0" y="0"/>
          <a:ext cx="0" cy="0"/>
          <a:chOff x="0" y="0"/>
          <a:chExt cx="0" cy="0"/>
        </a:xfrm>
      </p:grpSpPr>
      <p:sp>
        <p:nvSpPr>
          <p:cNvPr id="221" name="Google Shape;221;p43"/>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22" name="Google Shape;222;p43"/>
          <p:cNvSpPr txBox="1"/>
          <p:nvPr>
            <p:ph type="title"/>
          </p:nvPr>
        </p:nvSpPr>
        <p:spPr>
          <a:xfrm>
            <a:off x="661574"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43"/>
          <p:cNvSpPr/>
          <p:nvPr>
            <p:ph idx="2" type="pic"/>
          </p:nvPr>
        </p:nvSpPr>
        <p:spPr>
          <a:xfrm>
            <a:off x="1566125" y="1676025"/>
            <a:ext cx="1307100" cy="1964400"/>
          </a:xfrm>
          <a:prstGeom prst="rect">
            <a:avLst/>
          </a:prstGeom>
          <a:noFill/>
          <a:ln>
            <a:noFill/>
          </a:ln>
        </p:spPr>
      </p:sp>
      <p:sp>
        <p:nvSpPr>
          <p:cNvPr id="224" name="Google Shape;224;p43"/>
          <p:cNvSpPr/>
          <p:nvPr>
            <p:ph idx="3" type="pic"/>
          </p:nvPr>
        </p:nvSpPr>
        <p:spPr>
          <a:xfrm>
            <a:off x="3395300" y="809450"/>
            <a:ext cx="1307100" cy="1964400"/>
          </a:xfrm>
          <a:prstGeom prst="rect">
            <a:avLst/>
          </a:prstGeom>
          <a:noFill/>
          <a:ln>
            <a:noFill/>
          </a:ln>
        </p:spPr>
      </p:sp>
      <p:sp>
        <p:nvSpPr>
          <p:cNvPr id="225" name="Google Shape;225;p43"/>
          <p:cNvSpPr/>
          <p:nvPr>
            <p:ph idx="4" type="pic"/>
          </p:nvPr>
        </p:nvSpPr>
        <p:spPr>
          <a:xfrm>
            <a:off x="5225075" y="1667413"/>
            <a:ext cx="1307100" cy="1964400"/>
          </a:xfrm>
          <a:prstGeom prst="rect">
            <a:avLst/>
          </a:prstGeom>
          <a:noFill/>
          <a:ln>
            <a:noFill/>
          </a:ln>
        </p:spPr>
      </p:sp>
      <p:sp>
        <p:nvSpPr>
          <p:cNvPr id="226" name="Google Shape;226;p43"/>
          <p:cNvSpPr/>
          <p:nvPr>
            <p:ph idx="5" type="pic"/>
          </p:nvPr>
        </p:nvSpPr>
        <p:spPr>
          <a:xfrm>
            <a:off x="7053150" y="794238"/>
            <a:ext cx="1307100" cy="1964400"/>
          </a:xfrm>
          <a:prstGeom prst="rect">
            <a:avLst/>
          </a:prstGeom>
          <a:noFill/>
          <a:ln>
            <a:noFill/>
          </a:ln>
        </p:spPr>
      </p:sp>
      <p:sp>
        <p:nvSpPr>
          <p:cNvPr id="227" name="Google Shape;227;p43"/>
          <p:cNvSpPr/>
          <p:nvPr>
            <p:ph idx="6" type="pic"/>
          </p:nvPr>
        </p:nvSpPr>
        <p:spPr>
          <a:xfrm>
            <a:off x="2610832" y="3971450"/>
            <a:ext cx="314700" cy="314700"/>
          </a:xfrm>
          <a:prstGeom prst="rect">
            <a:avLst/>
          </a:prstGeom>
          <a:noFill/>
          <a:ln>
            <a:noFill/>
          </a:ln>
        </p:spPr>
      </p:sp>
      <p:sp>
        <p:nvSpPr>
          <p:cNvPr id="228" name="Google Shape;228;p43"/>
          <p:cNvSpPr/>
          <p:nvPr>
            <p:ph idx="7" type="pic"/>
          </p:nvPr>
        </p:nvSpPr>
        <p:spPr>
          <a:xfrm>
            <a:off x="4435557" y="3089450"/>
            <a:ext cx="314700" cy="314700"/>
          </a:xfrm>
          <a:prstGeom prst="rect">
            <a:avLst/>
          </a:prstGeom>
          <a:noFill/>
          <a:ln>
            <a:noFill/>
          </a:ln>
        </p:spPr>
      </p:sp>
      <p:sp>
        <p:nvSpPr>
          <p:cNvPr id="229" name="Google Shape;229;p43"/>
          <p:cNvSpPr/>
          <p:nvPr>
            <p:ph idx="8" type="pic"/>
          </p:nvPr>
        </p:nvSpPr>
        <p:spPr>
          <a:xfrm>
            <a:off x="6267632" y="3957713"/>
            <a:ext cx="314700" cy="314700"/>
          </a:xfrm>
          <a:prstGeom prst="rect">
            <a:avLst/>
          </a:prstGeom>
          <a:noFill/>
          <a:ln>
            <a:noFill/>
          </a:ln>
        </p:spPr>
      </p:sp>
      <p:sp>
        <p:nvSpPr>
          <p:cNvPr id="230" name="Google Shape;230;p43"/>
          <p:cNvSpPr/>
          <p:nvPr>
            <p:ph idx="9" type="pic"/>
          </p:nvPr>
        </p:nvSpPr>
        <p:spPr>
          <a:xfrm>
            <a:off x="8095257" y="3103050"/>
            <a:ext cx="314700" cy="3147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sion + 1 Image">
  <p:cSld name="CUSTOM_3">
    <p:bg>
      <p:bgPr>
        <a:solidFill>
          <a:schemeClr val="lt2"/>
        </a:solidFill>
      </p:bgPr>
    </p:bg>
    <p:spTree>
      <p:nvGrpSpPr>
        <p:cNvPr id="231" name="Shape 231"/>
        <p:cNvGrpSpPr/>
        <p:nvPr/>
      </p:nvGrpSpPr>
      <p:grpSpPr>
        <a:xfrm>
          <a:off x="0" y="0"/>
          <a:ext cx="0" cy="0"/>
          <a:chOff x="0" y="0"/>
          <a:chExt cx="0" cy="0"/>
        </a:xfrm>
      </p:grpSpPr>
      <p:sp>
        <p:nvSpPr>
          <p:cNvPr id="232" name="Google Shape;232;p44"/>
          <p:cNvSpPr txBox="1"/>
          <p:nvPr>
            <p:ph idx="1"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33" name="Google Shape;233;p44"/>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4" name="Google Shape;234;p44"/>
          <p:cNvSpPr/>
          <p:nvPr>
            <p:ph idx="2" type="pic"/>
          </p:nvPr>
        </p:nvSpPr>
        <p:spPr>
          <a:xfrm>
            <a:off x="5543049" y="659425"/>
            <a:ext cx="2883000" cy="3846600"/>
          </a:xfrm>
          <a:prstGeom prst="rect">
            <a:avLst/>
          </a:prstGeom>
          <a:noFill/>
          <a:ln>
            <a:noFill/>
          </a:ln>
        </p:spPr>
      </p:sp>
      <p:sp>
        <p:nvSpPr>
          <p:cNvPr id="235" name="Google Shape;235;p44"/>
          <p:cNvSpPr txBox="1"/>
          <p:nvPr>
            <p:ph idx="3" type="body"/>
          </p:nvPr>
        </p:nvSpPr>
        <p:spPr>
          <a:xfrm>
            <a:off x="709950" y="2234700"/>
            <a:ext cx="3732600" cy="1758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SzPts val="1700"/>
              <a:buFont typeface="Lexend Light"/>
              <a:buChar char="■"/>
              <a:defRPr sz="1700">
                <a:latin typeface="Lexend Light"/>
                <a:ea typeface="Lexend Light"/>
                <a:cs typeface="Lexend Light"/>
                <a:sym typeface="Lexend Light"/>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p:cSld name="CUSTOM_4">
    <p:spTree>
      <p:nvGrpSpPr>
        <p:cNvPr id="236" name="Shape 236"/>
        <p:cNvGrpSpPr/>
        <p:nvPr/>
      </p:nvGrpSpPr>
      <p:grpSpPr>
        <a:xfrm>
          <a:off x="0" y="0"/>
          <a:ext cx="0" cy="0"/>
          <a:chOff x="0" y="0"/>
          <a:chExt cx="0" cy="0"/>
        </a:xfrm>
      </p:grpSpPr>
      <p:sp>
        <p:nvSpPr>
          <p:cNvPr id="237" name="Google Shape;237;p45"/>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38" name="Google Shape;238;p45"/>
          <p:cNvSpPr txBox="1"/>
          <p:nvPr>
            <p:ph type="title"/>
          </p:nvPr>
        </p:nvSpPr>
        <p:spPr>
          <a:xfrm>
            <a:off x="661575" y="424275"/>
            <a:ext cx="26622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45"/>
          <p:cNvSpPr txBox="1"/>
          <p:nvPr>
            <p:ph idx="2" type="body"/>
          </p:nvPr>
        </p:nvSpPr>
        <p:spPr>
          <a:xfrm>
            <a:off x="4102775" y="3593450"/>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240" name="Google Shape;240;p45"/>
          <p:cNvSpPr txBox="1"/>
          <p:nvPr>
            <p:ph idx="3" type="body"/>
          </p:nvPr>
        </p:nvSpPr>
        <p:spPr>
          <a:xfrm>
            <a:off x="4102775" y="2858576"/>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241" name="Google Shape;241;p45"/>
          <p:cNvSpPr txBox="1"/>
          <p:nvPr>
            <p:ph idx="4" type="body"/>
          </p:nvPr>
        </p:nvSpPr>
        <p:spPr>
          <a:xfrm>
            <a:off x="4102775" y="2135618"/>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242" name="Google Shape;242;p45"/>
          <p:cNvSpPr txBox="1"/>
          <p:nvPr>
            <p:ph idx="5" type="body"/>
          </p:nvPr>
        </p:nvSpPr>
        <p:spPr>
          <a:xfrm>
            <a:off x="4102775" y="1406300"/>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243" name="Google Shape;243;p45"/>
          <p:cNvSpPr/>
          <p:nvPr>
            <p:ph idx="6" type="pic"/>
          </p:nvPr>
        </p:nvSpPr>
        <p:spPr>
          <a:xfrm>
            <a:off x="3444503" y="1501476"/>
            <a:ext cx="378600" cy="378600"/>
          </a:xfrm>
          <a:prstGeom prst="ellipse">
            <a:avLst/>
          </a:prstGeom>
          <a:noFill/>
          <a:ln>
            <a:noFill/>
          </a:ln>
        </p:spPr>
      </p:sp>
      <p:sp>
        <p:nvSpPr>
          <p:cNvPr id="244" name="Google Shape;244;p45"/>
          <p:cNvSpPr/>
          <p:nvPr>
            <p:ph idx="7" type="pic"/>
          </p:nvPr>
        </p:nvSpPr>
        <p:spPr>
          <a:xfrm>
            <a:off x="3444503" y="2225251"/>
            <a:ext cx="378600" cy="378600"/>
          </a:xfrm>
          <a:prstGeom prst="ellipse">
            <a:avLst/>
          </a:prstGeom>
          <a:noFill/>
          <a:ln>
            <a:noFill/>
          </a:ln>
        </p:spPr>
      </p:sp>
      <p:sp>
        <p:nvSpPr>
          <p:cNvPr id="245" name="Google Shape;245;p45"/>
          <p:cNvSpPr/>
          <p:nvPr>
            <p:ph idx="8" type="pic"/>
          </p:nvPr>
        </p:nvSpPr>
        <p:spPr>
          <a:xfrm>
            <a:off x="3444503" y="2946251"/>
            <a:ext cx="378600" cy="378600"/>
          </a:xfrm>
          <a:prstGeom prst="ellipse">
            <a:avLst/>
          </a:prstGeom>
          <a:noFill/>
          <a:ln>
            <a:noFill/>
          </a:ln>
        </p:spPr>
      </p:sp>
      <p:sp>
        <p:nvSpPr>
          <p:cNvPr id="246" name="Google Shape;246;p45"/>
          <p:cNvSpPr/>
          <p:nvPr>
            <p:ph idx="9" type="pic"/>
          </p:nvPr>
        </p:nvSpPr>
        <p:spPr>
          <a:xfrm>
            <a:off x="3444503" y="3667251"/>
            <a:ext cx="378600" cy="378600"/>
          </a:xfrm>
          <a:prstGeom prst="ellipse">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ntt Chart">
  <p:cSld name="CUSTOM_6">
    <p:bg>
      <p:bgPr>
        <a:solidFill>
          <a:schemeClr val="lt1"/>
        </a:solidFill>
      </p:bgPr>
    </p:bg>
    <p:spTree>
      <p:nvGrpSpPr>
        <p:cNvPr id="247" name="Shape 247"/>
        <p:cNvGrpSpPr/>
        <p:nvPr/>
      </p:nvGrpSpPr>
      <p:grpSpPr>
        <a:xfrm>
          <a:off x="0" y="0"/>
          <a:ext cx="0" cy="0"/>
          <a:chOff x="0" y="0"/>
          <a:chExt cx="0" cy="0"/>
        </a:xfrm>
      </p:grpSpPr>
      <p:sp>
        <p:nvSpPr>
          <p:cNvPr id="248" name="Google Shape;248;p46"/>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249" name="Google Shape;249;p46"/>
          <p:cNvSpPr txBox="1"/>
          <p:nvPr>
            <p:ph idx="2" type="subTitle"/>
          </p:nvPr>
        </p:nvSpPr>
        <p:spPr>
          <a:xfrm>
            <a:off x="689050" y="531800"/>
            <a:ext cx="1607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7">
    <p:bg>
      <p:bgPr>
        <a:solidFill>
          <a:schemeClr val="accent4"/>
        </a:solidFill>
      </p:bgPr>
    </p:bg>
    <p:spTree>
      <p:nvGrpSpPr>
        <p:cNvPr id="250" name="Shape 250"/>
        <p:cNvGrpSpPr/>
        <p:nvPr/>
      </p:nvGrpSpPr>
      <p:grpSpPr>
        <a:xfrm>
          <a:off x="0" y="0"/>
          <a:ext cx="0" cy="0"/>
          <a:chOff x="0" y="0"/>
          <a:chExt cx="0" cy="0"/>
        </a:xfrm>
      </p:grpSpPr>
      <p:sp>
        <p:nvSpPr>
          <p:cNvPr id="251" name="Google Shape;251;p47"/>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52" name="Google Shape;252;p47"/>
          <p:cNvSpPr txBox="1"/>
          <p:nvPr>
            <p:ph idx="2" type="subTitle"/>
          </p:nvPr>
        </p:nvSpPr>
        <p:spPr>
          <a:xfrm>
            <a:off x="689050" y="531808"/>
            <a:ext cx="3233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53" name="Google Shape;253;p47"/>
          <p:cNvSpPr/>
          <p:nvPr>
            <p:ph idx="3" type="pic"/>
          </p:nvPr>
        </p:nvSpPr>
        <p:spPr>
          <a:xfrm>
            <a:off x="863700" y="1479225"/>
            <a:ext cx="738900" cy="738900"/>
          </a:xfrm>
          <a:prstGeom prst="rect">
            <a:avLst/>
          </a:prstGeom>
          <a:noFill/>
          <a:ln>
            <a:noFill/>
          </a:ln>
        </p:spPr>
      </p:sp>
      <p:sp>
        <p:nvSpPr>
          <p:cNvPr id="254" name="Google Shape;254;p47"/>
          <p:cNvSpPr txBox="1"/>
          <p:nvPr>
            <p:ph idx="4" type="body"/>
          </p:nvPr>
        </p:nvSpPr>
        <p:spPr>
          <a:xfrm>
            <a:off x="1774150" y="1561925"/>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55" name="Google Shape;255;p47"/>
          <p:cNvSpPr txBox="1"/>
          <p:nvPr>
            <p:ph idx="5" type="subTitle"/>
          </p:nvPr>
        </p:nvSpPr>
        <p:spPr>
          <a:xfrm>
            <a:off x="1774950" y="1364175"/>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6" name="Google Shape;256;p47"/>
          <p:cNvSpPr/>
          <p:nvPr>
            <p:ph idx="6" type="pic"/>
          </p:nvPr>
        </p:nvSpPr>
        <p:spPr>
          <a:xfrm>
            <a:off x="5120475" y="1479225"/>
            <a:ext cx="738900" cy="738900"/>
          </a:xfrm>
          <a:prstGeom prst="rect">
            <a:avLst/>
          </a:prstGeom>
          <a:noFill/>
          <a:ln>
            <a:noFill/>
          </a:ln>
        </p:spPr>
      </p:sp>
      <p:sp>
        <p:nvSpPr>
          <p:cNvPr id="257" name="Google Shape;257;p47"/>
          <p:cNvSpPr txBox="1"/>
          <p:nvPr>
            <p:ph idx="7" type="body"/>
          </p:nvPr>
        </p:nvSpPr>
        <p:spPr>
          <a:xfrm>
            <a:off x="6030925" y="1561925"/>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58" name="Google Shape;258;p47"/>
          <p:cNvSpPr txBox="1"/>
          <p:nvPr>
            <p:ph idx="8" type="subTitle"/>
          </p:nvPr>
        </p:nvSpPr>
        <p:spPr>
          <a:xfrm>
            <a:off x="6031725" y="1364175"/>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9" name="Google Shape;259;p47"/>
          <p:cNvSpPr/>
          <p:nvPr>
            <p:ph idx="9" type="pic"/>
          </p:nvPr>
        </p:nvSpPr>
        <p:spPr>
          <a:xfrm>
            <a:off x="863700" y="3308611"/>
            <a:ext cx="738900" cy="738900"/>
          </a:xfrm>
          <a:prstGeom prst="rect">
            <a:avLst/>
          </a:prstGeom>
          <a:noFill/>
          <a:ln>
            <a:noFill/>
          </a:ln>
        </p:spPr>
      </p:sp>
      <p:sp>
        <p:nvSpPr>
          <p:cNvPr id="260" name="Google Shape;260;p47"/>
          <p:cNvSpPr txBox="1"/>
          <p:nvPr>
            <p:ph idx="13" type="body"/>
          </p:nvPr>
        </p:nvSpPr>
        <p:spPr>
          <a:xfrm>
            <a:off x="1774150" y="3391311"/>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61" name="Google Shape;261;p47"/>
          <p:cNvSpPr txBox="1"/>
          <p:nvPr>
            <p:ph idx="14" type="subTitle"/>
          </p:nvPr>
        </p:nvSpPr>
        <p:spPr>
          <a:xfrm>
            <a:off x="1774950" y="3193561"/>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62" name="Google Shape;262;p47"/>
          <p:cNvSpPr/>
          <p:nvPr>
            <p:ph idx="15" type="pic"/>
          </p:nvPr>
        </p:nvSpPr>
        <p:spPr>
          <a:xfrm>
            <a:off x="5120475" y="3308611"/>
            <a:ext cx="738900" cy="738900"/>
          </a:xfrm>
          <a:prstGeom prst="rect">
            <a:avLst/>
          </a:prstGeom>
          <a:noFill/>
          <a:ln>
            <a:noFill/>
          </a:ln>
        </p:spPr>
      </p:sp>
      <p:sp>
        <p:nvSpPr>
          <p:cNvPr id="263" name="Google Shape;263;p47"/>
          <p:cNvSpPr txBox="1"/>
          <p:nvPr>
            <p:ph idx="16" type="body"/>
          </p:nvPr>
        </p:nvSpPr>
        <p:spPr>
          <a:xfrm>
            <a:off x="6030925" y="3391311"/>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64" name="Google Shape;264;p47"/>
          <p:cNvSpPr txBox="1"/>
          <p:nvPr>
            <p:ph idx="17" type="subTitle"/>
          </p:nvPr>
        </p:nvSpPr>
        <p:spPr>
          <a:xfrm>
            <a:off x="6031725" y="3193561"/>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V1">
  <p:cSld name="CUSTOM_8">
    <p:bg>
      <p:bgPr>
        <a:solidFill>
          <a:schemeClr val="accent3"/>
        </a:solidFill>
      </p:bgPr>
    </p:bg>
    <p:spTree>
      <p:nvGrpSpPr>
        <p:cNvPr id="265" name="Shape 265"/>
        <p:cNvGrpSpPr/>
        <p:nvPr/>
      </p:nvGrpSpPr>
      <p:grpSpPr>
        <a:xfrm>
          <a:off x="0" y="0"/>
          <a:ext cx="0" cy="0"/>
          <a:chOff x="0" y="0"/>
          <a:chExt cx="0" cy="0"/>
        </a:xfrm>
      </p:grpSpPr>
      <p:sp>
        <p:nvSpPr>
          <p:cNvPr id="266" name="Google Shape;266;p48"/>
          <p:cNvSpPr txBox="1"/>
          <p:nvPr>
            <p:ph type="title"/>
          </p:nvPr>
        </p:nvSpPr>
        <p:spPr>
          <a:xfrm>
            <a:off x="640336" y="3853289"/>
            <a:ext cx="53397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48"/>
          <p:cNvSpPr/>
          <p:nvPr>
            <p:ph idx="2" type="pic"/>
          </p:nvPr>
        </p:nvSpPr>
        <p:spPr>
          <a:xfrm>
            <a:off x="1224650" y="2088671"/>
            <a:ext cx="413400" cy="413400"/>
          </a:xfrm>
          <a:prstGeom prst="rect">
            <a:avLst/>
          </a:prstGeom>
          <a:noFill/>
          <a:ln>
            <a:noFill/>
          </a:ln>
        </p:spPr>
      </p:sp>
      <p:sp>
        <p:nvSpPr>
          <p:cNvPr id="268" name="Google Shape;268;p48"/>
          <p:cNvSpPr/>
          <p:nvPr>
            <p:ph idx="3" type="pic"/>
          </p:nvPr>
        </p:nvSpPr>
        <p:spPr>
          <a:xfrm>
            <a:off x="3105050" y="2088671"/>
            <a:ext cx="413400" cy="413400"/>
          </a:xfrm>
          <a:prstGeom prst="rect">
            <a:avLst/>
          </a:prstGeom>
          <a:noFill/>
          <a:ln>
            <a:noFill/>
          </a:ln>
        </p:spPr>
      </p:sp>
      <p:sp>
        <p:nvSpPr>
          <p:cNvPr id="269" name="Google Shape;269;p48"/>
          <p:cNvSpPr/>
          <p:nvPr>
            <p:ph idx="4" type="pic"/>
          </p:nvPr>
        </p:nvSpPr>
        <p:spPr>
          <a:xfrm>
            <a:off x="4998488" y="2088671"/>
            <a:ext cx="413400" cy="413400"/>
          </a:xfrm>
          <a:prstGeom prst="rect">
            <a:avLst/>
          </a:prstGeom>
          <a:noFill/>
          <a:ln>
            <a:noFill/>
          </a:ln>
        </p:spPr>
      </p:sp>
      <p:sp>
        <p:nvSpPr>
          <p:cNvPr id="270" name="Google Shape;270;p48"/>
          <p:cNvSpPr/>
          <p:nvPr>
            <p:ph idx="5" type="pic"/>
          </p:nvPr>
        </p:nvSpPr>
        <p:spPr>
          <a:xfrm>
            <a:off x="6891938" y="2088671"/>
            <a:ext cx="413400" cy="413400"/>
          </a:xfrm>
          <a:prstGeom prst="rect">
            <a:avLst/>
          </a:prstGeom>
          <a:noFill/>
          <a:ln>
            <a:noFill/>
          </a:ln>
        </p:spPr>
      </p:sp>
      <p:sp>
        <p:nvSpPr>
          <p:cNvPr id="271" name="Google Shape;271;p48"/>
          <p:cNvSpPr txBox="1"/>
          <p:nvPr>
            <p:ph idx="1" type="body"/>
          </p:nvPr>
        </p:nvSpPr>
        <p:spPr>
          <a:xfrm>
            <a:off x="700775" y="4573925"/>
            <a:ext cx="5306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V2">
  <p:cSld name="CUSTOM_9">
    <p:spTree>
      <p:nvGrpSpPr>
        <p:cNvPr id="272" name="Shape 272"/>
        <p:cNvGrpSpPr/>
        <p:nvPr/>
      </p:nvGrpSpPr>
      <p:grpSpPr>
        <a:xfrm>
          <a:off x="0" y="0"/>
          <a:ext cx="0" cy="0"/>
          <a:chOff x="0" y="0"/>
          <a:chExt cx="0" cy="0"/>
        </a:xfrm>
      </p:grpSpPr>
      <p:sp>
        <p:nvSpPr>
          <p:cNvPr id="273" name="Google Shape;273;p49"/>
          <p:cNvSpPr txBox="1"/>
          <p:nvPr>
            <p:ph type="title"/>
          </p:nvPr>
        </p:nvSpPr>
        <p:spPr>
          <a:xfrm>
            <a:off x="640336" y="3853289"/>
            <a:ext cx="53397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49"/>
          <p:cNvSpPr txBox="1"/>
          <p:nvPr>
            <p:ph idx="1" type="body"/>
          </p:nvPr>
        </p:nvSpPr>
        <p:spPr>
          <a:xfrm>
            <a:off x="700775" y="4573925"/>
            <a:ext cx="5306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Calendar">
  <p:cSld name="CUSTOM_10">
    <p:bg>
      <p:bgPr>
        <a:solidFill>
          <a:schemeClr val="lt1"/>
        </a:solidFill>
      </p:bgPr>
    </p:bg>
    <p:spTree>
      <p:nvGrpSpPr>
        <p:cNvPr id="275" name="Shape 275"/>
        <p:cNvGrpSpPr/>
        <p:nvPr/>
      </p:nvGrpSpPr>
      <p:grpSpPr>
        <a:xfrm>
          <a:off x="0" y="0"/>
          <a:ext cx="0" cy="0"/>
          <a:chOff x="0" y="0"/>
          <a:chExt cx="0" cy="0"/>
        </a:xfrm>
      </p:grpSpPr>
      <p:sp>
        <p:nvSpPr>
          <p:cNvPr id="276" name="Google Shape;276;p50"/>
          <p:cNvSpPr/>
          <p:nvPr/>
        </p:nvSpPr>
        <p:spPr>
          <a:xfrm>
            <a:off x="4700100" y="0"/>
            <a:ext cx="4443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0"/>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278" name="Google Shape;278;p50"/>
          <p:cNvSpPr txBox="1"/>
          <p:nvPr>
            <p:ph idx="2" type="subTitle"/>
          </p:nvPr>
        </p:nvSpPr>
        <p:spPr>
          <a:xfrm>
            <a:off x="689050" y="531800"/>
            <a:ext cx="15072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79" name="Google Shape;279;p50"/>
          <p:cNvSpPr/>
          <p:nvPr>
            <p:ph idx="3" type="pic"/>
          </p:nvPr>
        </p:nvSpPr>
        <p:spPr>
          <a:xfrm>
            <a:off x="5299922" y="644675"/>
            <a:ext cx="273600" cy="273600"/>
          </a:xfrm>
          <a:prstGeom prst="rect">
            <a:avLst/>
          </a:prstGeom>
          <a:noFill/>
          <a:ln>
            <a:noFill/>
          </a:ln>
        </p:spPr>
      </p:sp>
      <p:sp>
        <p:nvSpPr>
          <p:cNvPr id="280" name="Google Shape;280;p50"/>
          <p:cNvSpPr/>
          <p:nvPr>
            <p:ph idx="4" type="pic"/>
          </p:nvPr>
        </p:nvSpPr>
        <p:spPr>
          <a:xfrm>
            <a:off x="5299922" y="1678237"/>
            <a:ext cx="273600" cy="273600"/>
          </a:xfrm>
          <a:prstGeom prst="rect">
            <a:avLst/>
          </a:prstGeom>
          <a:noFill/>
          <a:ln>
            <a:noFill/>
          </a:ln>
        </p:spPr>
      </p:sp>
      <p:sp>
        <p:nvSpPr>
          <p:cNvPr id="281" name="Google Shape;281;p50"/>
          <p:cNvSpPr txBox="1"/>
          <p:nvPr>
            <p:ph idx="5" type="body"/>
          </p:nvPr>
        </p:nvSpPr>
        <p:spPr>
          <a:xfrm>
            <a:off x="5529550" y="557100"/>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82" name="Google Shape;282;p50"/>
          <p:cNvSpPr txBox="1"/>
          <p:nvPr>
            <p:ph idx="6" type="body"/>
          </p:nvPr>
        </p:nvSpPr>
        <p:spPr>
          <a:xfrm>
            <a:off x="5529554" y="678452"/>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83" name="Google Shape;283;p50"/>
          <p:cNvSpPr txBox="1"/>
          <p:nvPr>
            <p:ph idx="7" type="body"/>
          </p:nvPr>
        </p:nvSpPr>
        <p:spPr>
          <a:xfrm>
            <a:off x="5529550" y="1636031"/>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84" name="Google Shape;284;p50"/>
          <p:cNvSpPr txBox="1"/>
          <p:nvPr>
            <p:ph idx="8" type="body"/>
          </p:nvPr>
        </p:nvSpPr>
        <p:spPr>
          <a:xfrm>
            <a:off x="5529554" y="1757384"/>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85" name="Google Shape;285;p50"/>
          <p:cNvSpPr/>
          <p:nvPr>
            <p:ph idx="9" type="pic"/>
          </p:nvPr>
        </p:nvSpPr>
        <p:spPr>
          <a:xfrm>
            <a:off x="5299922" y="2765266"/>
            <a:ext cx="273600" cy="273600"/>
          </a:xfrm>
          <a:prstGeom prst="rect">
            <a:avLst/>
          </a:prstGeom>
          <a:noFill/>
          <a:ln>
            <a:noFill/>
          </a:ln>
        </p:spPr>
      </p:sp>
      <p:sp>
        <p:nvSpPr>
          <p:cNvPr id="286" name="Google Shape;286;p50"/>
          <p:cNvSpPr txBox="1"/>
          <p:nvPr>
            <p:ph idx="13" type="body"/>
          </p:nvPr>
        </p:nvSpPr>
        <p:spPr>
          <a:xfrm>
            <a:off x="5529550" y="2723054"/>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87" name="Google Shape;287;p50"/>
          <p:cNvSpPr txBox="1"/>
          <p:nvPr>
            <p:ph idx="14" type="body"/>
          </p:nvPr>
        </p:nvSpPr>
        <p:spPr>
          <a:xfrm>
            <a:off x="5529554" y="2844406"/>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288" name="Google Shape;288;p50"/>
          <p:cNvSpPr/>
          <p:nvPr>
            <p:ph idx="15" type="pic"/>
          </p:nvPr>
        </p:nvSpPr>
        <p:spPr>
          <a:xfrm>
            <a:off x="5299922" y="3852616"/>
            <a:ext cx="273600" cy="273600"/>
          </a:xfrm>
          <a:prstGeom prst="rect">
            <a:avLst/>
          </a:prstGeom>
          <a:noFill/>
          <a:ln>
            <a:noFill/>
          </a:ln>
        </p:spPr>
      </p:sp>
      <p:sp>
        <p:nvSpPr>
          <p:cNvPr id="289" name="Google Shape;289;p50"/>
          <p:cNvSpPr txBox="1"/>
          <p:nvPr>
            <p:ph idx="16" type="body"/>
          </p:nvPr>
        </p:nvSpPr>
        <p:spPr>
          <a:xfrm>
            <a:off x="5529550" y="3810398"/>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90" name="Google Shape;290;p50"/>
          <p:cNvSpPr txBox="1"/>
          <p:nvPr>
            <p:ph idx="17" type="body"/>
          </p:nvPr>
        </p:nvSpPr>
        <p:spPr>
          <a:xfrm>
            <a:off x="5529554" y="3931751"/>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p:cSld name="CUSTOM_11">
    <p:bg>
      <p:bgPr>
        <a:solidFill>
          <a:schemeClr val="accent3"/>
        </a:solidFill>
      </p:bgPr>
    </p:bg>
    <p:spTree>
      <p:nvGrpSpPr>
        <p:cNvPr id="291" name="Shape 291"/>
        <p:cNvGrpSpPr/>
        <p:nvPr/>
      </p:nvGrpSpPr>
      <p:grpSpPr>
        <a:xfrm>
          <a:off x="0" y="0"/>
          <a:ext cx="0" cy="0"/>
          <a:chOff x="0" y="0"/>
          <a:chExt cx="0" cy="0"/>
        </a:xfrm>
      </p:grpSpPr>
      <p:sp>
        <p:nvSpPr>
          <p:cNvPr id="292" name="Google Shape;292;p51"/>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293" name="Google Shape;293;p51"/>
          <p:cNvSpPr txBox="1"/>
          <p:nvPr>
            <p:ph type="title"/>
          </p:nvPr>
        </p:nvSpPr>
        <p:spPr>
          <a:xfrm>
            <a:off x="661574"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 name="Google Shape;294;p51"/>
          <p:cNvSpPr txBox="1"/>
          <p:nvPr>
            <p:ph idx="2" type="body"/>
          </p:nvPr>
        </p:nvSpPr>
        <p:spPr>
          <a:xfrm>
            <a:off x="687900"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295" name="Google Shape;295;p51"/>
          <p:cNvSpPr txBox="1"/>
          <p:nvPr>
            <p:ph idx="3" type="body"/>
          </p:nvPr>
        </p:nvSpPr>
        <p:spPr>
          <a:xfrm>
            <a:off x="2262132"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296" name="Google Shape;296;p51"/>
          <p:cNvSpPr txBox="1"/>
          <p:nvPr>
            <p:ph idx="4" type="body"/>
          </p:nvPr>
        </p:nvSpPr>
        <p:spPr>
          <a:xfrm>
            <a:off x="3827041"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297" name="Google Shape;297;p51"/>
          <p:cNvSpPr txBox="1"/>
          <p:nvPr>
            <p:ph idx="5" type="body"/>
          </p:nvPr>
        </p:nvSpPr>
        <p:spPr>
          <a:xfrm>
            <a:off x="5397375"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298" name="Google Shape;298;p51"/>
          <p:cNvSpPr txBox="1"/>
          <p:nvPr>
            <p:ph idx="6" type="body"/>
          </p:nvPr>
        </p:nvSpPr>
        <p:spPr>
          <a:xfrm>
            <a:off x="6956568"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299" name="Google Shape;299;p51"/>
          <p:cNvSpPr/>
          <p:nvPr>
            <p:ph idx="7" type="pic"/>
          </p:nvPr>
        </p:nvSpPr>
        <p:spPr>
          <a:xfrm>
            <a:off x="727950" y="1764075"/>
            <a:ext cx="304500" cy="304500"/>
          </a:xfrm>
          <a:prstGeom prst="rect">
            <a:avLst/>
          </a:prstGeom>
          <a:noFill/>
          <a:ln>
            <a:noFill/>
          </a:ln>
        </p:spPr>
      </p:sp>
      <p:sp>
        <p:nvSpPr>
          <p:cNvPr id="300" name="Google Shape;300;p51"/>
          <p:cNvSpPr/>
          <p:nvPr>
            <p:ph idx="8" type="pic"/>
          </p:nvPr>
        </p:nvSpPr>
        <p:spPr>
          <a:xfrm>
            <a:off x="727950" y="2320438"/>
            <a:ext cx="304500" cy="304500"/>
          </a:xfrm>
          <a:prstGeom prst="rect">
            <a:avLst/>
          </a:prstGeom>
          <a:noFill/>
          <a:ln>
            <a:noFill/>
          </a:ln>
        </p:spPr>
      </p:sp>
      <p:sp>
        <p:nvSpPr>
          <p:cNvPr id="301" name="Google Shape;301;p51"/>
          <p:cNvSpPr/>
          <p:nvPr>
            <p:ph idx="9" type="pic"/>
          </p:nvPr>
        </p:nvSpPr>
        <p:spPr>
          <a:xfrm>
            <a:off x="727950" y="2860788"/>
            <a:ext cx="304500" cy="304500"/>
          </a:xfrm>
          <a:prstGeom prst="rect">
            <a:avLst/>
          </a:prstGeom>
          <a:noFill/>
          <a:ln>
            <a:noFill/>
          </a:ln>
        </p:spPr>
      </p:sp>
      <p:sp>
        <p:nvSpPr>
          <p:cNvPr id="302" name="Google Shape;302;p51"/>
          <p:cNvSpPr/>
          <p:nvPr>
            <p:ph idx="13" type="pic"/>
          </p:nvPr>
        </p:nvSpPr>
        <p:spPr>
          <a:xfrm>
            <a:off x="727950" y="3401138"/>
            <a:ext cx="304500" cy="304500"/>
          </a:xfrm>
          <a:prstGeom prst="rect">
            <a:avLst/>
          </a:prstGeom>
          <a:noFill/>
          <a:ln>
            <a:noFill/>
          </a:ln>
        </p:spPr>
      </p:sp>
      <p:sp>
        <p:nvSpPr>
          <p:cNvPr id="303" name="Google Shape;303;p51"/>
          <p:cNvSpPr/>
          <p:nvPr>
            <p:ph idx="14" type="pic"/>
          </p:nvPr>
        </p:nvSpPr>
        <p:spPr>
          <a:xfrm>
            <a:off x="2296475" y="1764075"/>
            <a:ext cx="304500" cy="304500"/>
          </a:xfrm>
          <a:prstGeom prst="rect">
            <a:avLst/>
          </a:prstGeom>
          <a:noFill/>
          <a:ln>
            <a:noFill/>
          </a:ln>
        </p:spPr>
      </p:sp>
      <p:sp>
        <p:nvSpPr>
          <p:cNvPr id="304" name="Google Shape;304;p51"/>
          <p:cNvSpPr/>
          <p:nvPr>
            <p:ph idx="15" type="pic"/>
          </p:nvPr>
        </p:nvSpPr>
        <p:spPr>
          <a:xfrm>
            <a:off x="3865000" y="1764075"/>
            <a:ext cx="304500" cy="304500"/>
          </a:xfrm>
          <a:prstGeom prst="rect">
            <a:avLst/>
          </a:prstGeom>
          <a:noFill/>
          <a:ln>
            <a:noFill/>
          </a:ln>
        </p:spPr>
      </p:sp>
      <p:sp>
        <p:nvSpPr>
          <p:cNvPr id="305" name="Google Shape;305;p51"/>
          <p:cNvSpPr/>
          <p:nvPr>
            <p:ph idx="16" type="pic"/>
          </p:nvPr>
        </p:nvSpPr>
        <p:spPr>
          <a:xfrm>
            <a:off x="5433525" y="1764075"/>
            <a:ext cx="304500" cy="304500"/>
          </a:xfrm>
          <a:prstGeom prst="rect">
            <a:avLst/>
          </a:prstGeom>
          <a:noFill/>
          <a:ln>
            <a:noFill/>
          </a:ln>
        </p:spPr>
      </p:sp>
      <p:sp>
        <p:nvSpPr>
          <p:cNvPr id="306" name="Google Shape;306;p51"/>
          <p:cNvSpPr/>
          <p:nvPr>
            <p:ph idx="17" type="pic"/>
          </p:nvPr>
        </p:nvSpPr>
        <p:spPr>
          <a:xfrm>
            <a:off x="7002050" y="1764075"/>
            <a:ext cx="304500" cy="304500"/>
          </a:xfrm>
          <a:prstGeom prst="rect">
            <a:avLst/>
          </a:prstGeom>
          <a:noFill/>
          <a:ln>
            <a:noFill/>
          </a:ln>
        </p:spPr>
      </p:sp>
      <p:sp>
        <p:nvSpPr>
          <p:cNvPr id="307" name="Google Shape;307;p51"/>
          <p:cNvSpPr/>
          <p:nvPr>
            <p:ph idx="18" type="pic"/>
          </p:nvPr>
        </p:nvSpPr>
        <p:spPr>
          <a:xfrm>
            <a:off x="2296475" y="2320438"/>
            <a:ext cx="304500" cy="304500"/>
          </a:xfrm>
          <a:prstGeom prst="rect">
            <a:avLst/>
          </a:prstGeom>
          <a:noFill/>
          <a:ln>
            <a:noFill/>
          </a:ln>
        </p:spPr>
      </p:sp>
      <p:sp>
        <p:nvSpPr>
          <p:cNvPr id="308" name="Google Shape;308;p51"/>
          <p:cNvSpPr/>
          <p:nvPr>
            <p:ph idx="19" type="pic"/>
          </p:nvPr>
        </p:nvSpPr>
        <p:spPr>
          <a:xfrm>
            <a:off x="2296475" y="2860788"/>
            <a:ext cx="304500" cy="304500"/>
          </a:xfrm>
          <a:prstGeom prst="rect">
            <a:avLst/>
          </a:prstGeom>
          <a:noFill/>
          <a:ln>
            <a:noFill/>
          </a:ln>
        </p:spPr>
      </p:sp>
      <p:sp>
        <p:nvSpPr>
          <p:cNvPr id="309" name="Google Shape;309;p51"/>
          <p:cNvSpPr/>
          <p:nvPr>
            <p:ph idx="20" type="pic"/>
          </p:nvPr>
        </p:nvSpPr>
        <p:spPr>
          <a:xfrm>
            <a:off x="2296475" y="3401138"/>
            <a:ext cx="304500" cy="304500"/>
          </a:xfrm>
          <a:prstGeom prst="rect">
            <a:avLst/>
          </a:prstGeom>
          <a:noFill/>
          <a:ln>
            <a:noFill/>
          </a:ln>
        </p:spPr>
      </p:sp>
      <p:sp>
        <p:nvSpPr>
          <p:cNvPr id="310" name="Google Shape;310;p51"/>
          <p:cNvSpPr/>
          <p:nvPr>
            <p:ph idx="21" type="pic"/>
          </p:nvPr>
        </p:nvSpPr>
        <p:spPr>
          <a:xfrm>
            <a:off x="3865000" y="2320438"/>
            <a:ext cx="304500" cy="304500"/>
          </a:xfrm>
          <a:prstGeom prst="rect">
            <a:avLst/>
          </a:prstGeom>
          <a:noFill/>
          <a:ln>
            <a:noFill/>
          </a:ln>
        </p:spPr>
      </p:sp>
      <p:sp>
        <p:nvSpPr>
          <p:cNvPr id="311" name="Google Shape;311;p51"/>
          <p:cNvSpPr/>
          <p:nvPr>
            <p:ph idx="22" type="pic"/>
          </p:nvPr>
        </p:nvSpPr>
        <p:spPr>
          <a:xfrm>
            <a:off x="3865000" y="2860788"/>
            <a:ext cx="304500" cy="304500"/>
          </a:xfrm>
          <a:prstGeom prst="rect">
            <a:avLst/>
          </a:prstGeom>
          <a:noFill/>
          <a:ln>
            <a:noFill/>
          </a:ln>
        </p:spPr>
      </p:sp>
      <p:sp>
        <p:nvSpPr>
          <p:cNvPr id="312" name="Google Shape;312;p51"/>
          <p:cNvSpPr/>
          <p:nvPr>
            <p:ph idx="23" type="pic"/>
          </p:nvPr>
        </p:nvSpPr>
        <p:spPr>
          <a:xfrm>
            <a:off x="3865000" y="3401138"/>
            <a:ext cx="304500" cy="304500"/>
          </a:xfrm>
          <a:prstGeom prst="rect">
            <a:avLst/>
          </a:prstGeom>
          <a:noFill/>
          <a:ln>
            <a:noFill/>
          </a:ln>
        </p:spPr>
      </p:sp>
      <p:sp>
        <p:nvSpPr>
          <p:cNvPr id="313" name="Google Shape;313;p51"/>
          <p:cNvSpPr/>
          <p:nvPr>
            <p:ph idx="24" type="pic"/>
          </p:nvPr>
        </p:nvSpPr>
        <p:spPr>
          <a:xfrm>
            <a:off x="5433525" y="2320438"/>
            <a:ext cx="304500" cy="304500"/>
          </a:xfrm>
          <a:prstGeom prst="rect">
            <a:avLst/>
          </a:prstGeom>
          <a:noFill/>
          <a:ln>
            <a:noFill/>
          </a:ln>
        </p:spPr>
      </p:sp>
      <p:sp>
        <p:nvSpPr>
          <p:cNvPr id="314" name="Google Shape;314;p51"/>
          <p:cNvSpPr/>
          <p:nvPr>
            <p:ph idx="25" type="pic"/>
          </p:nvPr>
        </p:nvSpPr>
        <p:spPr>
          <a:xfrm>
            <a:off x="5433525" y="2860788"/>
            <a:ext cx="304500" cy="304500"/>
          </a:xfrm>
          <a:prstGeom prst="rect">
            <a:avLst/>
          </a:prstGeom>
          <a:noFill/>
          <a:ln>
            <a:noFill/>
          </a:ln>
        </p:spPr>
      </p:sp>
      <p:sp>
        <p:nvSpPr>
          <p:cNvPr id="315" name="Google Shape;315;p51"/>
          <p:cNvSpPr/>
          <p:nvPr>
            <p:ph idx="26" type="pic"/>
          </p:nvPr>
        </p:nvSpPr>
        <p:spPr>
          <a:xfrm>
            <a:off x="5433525" y="3401138"/>
            <a:ext cx="304500" cy="304500"/>
          </a:xfrm>
          <a:prstGeom prst="rect">
            <a:avLst/>
          </a:prstGeom>
          <a:noFill/>
          <a:ln>
            <a:noFill/>
          </a:ln>
        </p:spPr>
      </p:sp>
      <p:sp>
        <p:nvSpPr>
          <p:cNvPr id="316" name="Google Shape;316;p51"/>
          <p:cNvSpPr/>
          <p:nvPr>
            <p:ph idx="27" type="pic"/>
          </p:nvPr>
        </p:nvSpPr>
        <p:spPr>
          <a:xfrm>
            <a:off x="7002050" y="2320438"/>
            <a:ext cx="304500" cy="304500"/>
          </a:xfrm>
          <a:prstGeom prst="rect">
            <a:avLst/>
          </a:prstGeom>
          <a:noFill/>
          <a:ln>
            <a:noFill/>
          </a:ln>
        </p:spPr>
      </p:sp>
      <p:sp>
        <p:nvSpPr>
          <p:cNvPr id="317" name="Google Shape;317;p51"/>
          <p:cNvSpPr/>
          <p:nvPr>
            <p:ph idx="28" type="pic"/>
          </p:nvPr>
        </p:nvSpPr>
        <p:spPr>
          <a:xfrm>
            <a:off x="7002050" y="2860788"/>
            <a:ext cx="304500" cy="304500"/>
          </a:xfrm>
          <a:prstGeom prst="rect">
            <a:avLst/>
          </a:prstGeom>
          <a:noFill/>
          <a:ln>
            <a:noFill/>
          </a:ln>
        </p:spPr>
      </p:sp>
      <p:sp>
        <p:nvSpPr>
          <p:cNvPr id="318" name="Google Shape;318;p51"/>
          <p:cNvSpPr/>
          <p:nvPr>
            <p:ph idx="29" type="pic"/>
          </p:nvPr>
        </p:nvSpPr>
        <p:spPr>
          <a:xfrm>
            <a:off x="7002050" y="3401138"/>
            <a:ext cx="304500" cy="3045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Load Time Optimization">
  <p:cSld name="CUSTOM_13">
    <p:spTree>
      <p:nvGrpSpPr>
        <p:cNvPr id="319" name="Shape 319"/>
        <p:cNvGrpSpPr/>
        <p:nvPr/>
      </p:nvGrpSpPr>
      <p:grpSpPr>
        <a:xfrm>
          <a:off x="0" y="0"/>
          <a:ext cx="0" cy="0"/>
          <a:chOff x="0" y="0"/>
          <a:chExt cx="0" cy="0"/>
        </a:xfrm>
      </p:grpSpPr>
      <p:sp>
        <p:nvSpPr>
          <p:cNvPr id="320" name="Google Shape;320;p52"/>
          <p:cNvSpPr/>
          <p:nvPr>
            <p:ph idx="2" type="pic"/>
          </p:nvPr>
        </p:nvSpPr>
        <p:spPr>
          <a:xfrm>
            <a:off x="791050" y="1977650"/>
            <a:ext cx="1307100" cy="1956600"/>
          </a:xfrm>
          <a:prstGeom prst="rect">
            <a:avLst/>
          </a:prstGeom>
          <a:noFill/>
          <a:ln>
            <a:noFill/>
          </a:ln>
        </p:spPr>
      </p:sp>
      <p:sp>
        <p:nvSpPr>
          <p:cNvPr id="321" name="Google Shape;321;p52"/>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22" name="Google Shape;322;p52"/>
          <p:cNvSpPr txBox="1"/>
          <p:nvPr>
            <p:ph type="title"/>
          </p:nvPr>
        </p:nvSpPr>
        <p:spPr>
          <a:xfrm>
            <a:off x="661576" y="424275"/>
            <a:ext cx="78909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52"/>
          <p:cNvSpPr txBox="1"/>
          <p:nvPr>
            <p:ph idx="3" type="body"/>
          </p:nvPr>
        </p:nvSpPr>
        <p:spPr>
          <a:xfrm>
            <a:off x="1890825" y="3120325"/>
            <a:ext cx="1186200" cy="2034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Lexend SemiBold"/>
              <a:buChar char="●"/>
              <a:defRPr sz="800">
                <a:latin typeface="Lexend SemiBold"/>
                <a:ea typeface="Lexend SemiBold"/>
                <a:cs typeface="Lexend SemiBold"/>
                <a:sym typeface="Lexend SemiBold"/>
              </a:defRPr>
            </a:lvl1pPr>
            <a:lvl2pPr indent="-279400" lvl="1" marL="914400">
              <a:spcBef>
                <a:spcPts val="0"/>
              </a:spcBef>
              <a:spcAft>
                <a:spcPts val="0"/>
              </a:spcAft>
              <a:buSzPts val="800"/>
              <a:buFont typeface="Lexend SemiBold"/>
              <a:buChar char="○"/>
              <a:defRPr sz="800">
                <a:latin typeface="Lexend SemiBold"/>
                <a:ea typeface="Lexend SemiBold"/>
                <a:cs typeface="Lexend SemiBold"/>
                <a:sym typeface="Lexend SemiBold"/>
              </a:defRPr>
            </a:lvl2pPr>
            <a:lvl3pPr indent="-279400" lvl="2" marL="1371600">
              <a:spcBef>
                <a:spcPts val="0"/>
              </a:spcBef>
              <a:spcAft>
                <a:spcPts val="0"/>
              </a:spcAft>
              <a:buSzPts val="800"/>
              <a:buFont typeface="Lexend SemiBold"/>
              <a:buChar char="■"/>
              <a:defRPr sz="800">
                <a:latin typeface="Lexend SemiBold"/>
                <a:ea typeface="Lexend SemiBold"/>
                <a:cs typeface="Lexend SemiBold"/>
                <a:sym typeface="Lexend SemiBold"/>
              </a:defRPr>
            </a:lvl3pPr>
            <a:lvl4pPr indent="-279400" lvl="3" marL="1828800">
              <a:spcBef>
                <a:spcPts val="0"/>
              </a:spcBef>
              <a:spcAft>
                <a:spcPts val="0"/>
              </a:spcAft>
              <a:buSzPts val="800"/>
              <a:buFont typeface="Lexend SemiBold"/>
              <a:buChar char="●"/>
              <a:defRPr sz="800">
                <a:latin typeface="Lexend SemiBold"/>
                <a:ea typeface="Lexend SemiBold"/>
                <a:cs typeface="Lexend SemiBold"/>
                <a:sym typeface="Lexend SemiBold"/>
              </a:defRPr>
            </a:lvl4pPr>
            <a:lvl5pPr indent="-279400" lvl="4" marL="2286000">
              <a:spcBef>
                <a:spcPts val="0"/>
              </a:spcBef>
              <a:spcAft>
                <a:spcPts val="0"/>
              </a:spcAft>
              <a:buSzPts val="800"/>
              <a:buFont typeface="Lexend SemiBold"/>
              <a:buChar char="○"/>
              <a:defRPr sz="800">
                <a:latin typeface="Lexend SemiBold"/>
                <a:ea typeface="Lexend SemiBold"/>
                <a:cs typeface="Lexend SemiBold"/>
                <a:sym typeface="Lexend SemiBold"/>
              </a:defRPr>
            </a:lvl5pPr>
            <a:lvl6pPr indent="-279400" lvl="5" marL="2743200">
              <a:spcBef>
                <a:spcPts val="0"/>
              </a:spcBef>
              <a:spcAft>
                <a:spcPts val="0"/>
              </a:spcAft>
              <a:buSzPts val="800"/>
              <a:buFont typeface="Lexend SemiBold"/>
              <a:buChar char="■"/>
              <a:defRPr sz="800">
                <a:latin typeface="Lexend SemiBold"/>
                <a:ea typeface="Lexend SemiBold"/>
                <a:cs typeface="Lexend SemiBold"/>
                <a:sym typeface="Lexend SemiBold"/>
              </a:defRPr>
            </a:lvl6pPr>
            <a:lvl7pPr indent="-279400" lvl="6" marL="3200400">
              <a:spcBef>
                <a:spcPts val="0"/>
              </a:spcBef>
              <a:spcAft>
                <a:spcPts val="0"/>
              </a:spcAft>
              <a:buSzPts val="800"/>
              <a:buFont typeface="Lexend SemiBold"/>
              <a:buChar char="●"/>
              <a:defRPr sz="800">
                <a:latin typeface="Lexend SemiBold"/>
                <a:ea typeface="Lexend SemiBold"/>
                <a:cs typeface="Lexend SemiBold"/>
                <a:sym typeface="Lexend SemiBold"/>
              </a:defRPr>
            </a:lvl7pPr>
            <a:lvl8pPr indent="-279400" lvl="7" marL="3657600">
              <a:spcBef>
                <a:spcPts val="0"/>
              </a:spcBef>
              <a:spcAft>
                <a:spcPts val="0"/>
              </a:spcAft>
              <a:buSzPts val="800"/>
              <a:buFont typeface="Lexend SemiBold"/>
              <a:buChar char="○"/>
              <a:defRPr sz="800">
                <a:latin typeface="Lexend SemiBold"/>
                <a:ea typeface="Lexend SemiBold"/>
                <a:cs typeface="Lexend SemiBold"/>
                <a:sym typeface="Lexend SemiBold"/>
              </a:defRPr>
            </a:lvl8pPr>
            <a:lvl9pPr indent="-279400" lvl="8" marL="4114800">
              <a:spcBef>
                <a:spcPts val="0"/>
              </a:spcBef>
              <a:spcAft>
                <a:spcPts val="0"/>
              </a:spcAft>
              <a:buSzPts val="800"/>
              <a:buFont typeface="Lexend SemiBold"/>
              <a:buChar char="■"/>
              <a:defRPr sz="800">
                <a:latin typeface="Lexend SemiBold"/>
                <a:ea typeface="Lexend SemiBold"/>
                <a:cs typeface="Lexend SemiBold"/>
                <a:sym typeface="Lexend SemiBold"/>
              </a:defRPr>
            </a:lvl9pPr>
          </a:lstStyle>
          <a:p/>
        </p:txBody>
      </p:sp>
      <p:sp>
        <p:nvSpPr>
          <p:cNvPr id="324" name="Google Shape;324;p52"/>
          <p:cNvSpPr txBox="1"/>
          <p:nvPr>
            <p:ph idx="4" type="body"/>
          </p:nvPr>
        </p:nvSpPr>
        <p:spPr>
          <a:xfrm>
            <a:off x="1890825" y="3446750"/>
            <a:ext cx="1186200" cy="8235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Lexend ExtraLight"/>
              <a:buChar char="●"/>
              <a:defRPr sz="800">
                <a:latin typeface="Lexend ExtraLight"/>
                <a:ea typeface="Lexend ExtraLight"/>
                <a:cs typeface="Lexend ExtraLight"/>
                <a:sym typeface="Lexend ExtraLight"/>
              </a:defRPr>
            </a:lvl1pPr>
            <a:lvl2pPr indent="-279400" lvl="1" marL="914400">
              <a:spcBef>
                <a:spcPts val="0"/>
              </a:spcBef>
              <a:spcAft>
                <a:spcPts val="0"/>
              </a:spcAft>
              <a:buSzPts val="800"/>
              <a:buFont typeface="Lexend ExtraLight"/>
              <a:buChar char="○"/>
              <a:defRPr sz="800">
                <a:latin typeface="Lexend ExtraLight"/>
                <a:ea typeface="Lexend ExtraLight"/>
                <a:cs typeface="Lexend ExtraLight"/>
                <a:sym typeface="Lexend ExtraLight"/>
              </a:defRPr>
            </a:lvl2pPr>
            <a:lvl3pPr indent="-279400" lvl="2" marL="1371600">
              <a:spcBef>
                <a:spcPts val="0"/>
              </a:spcBef>
              <a:spcAft>
                <a:spcPts val="0"/>
              </a:spcAft>
              <a:buSzPts val="800"/>
              <a:buFont typeface="Lexend ExtraLight"/>
              <a:buChar char="■"/>
              <a:defRPr sz="800">
                <a:latin typeface="Lexend ExtraLight"/>
                <a:ea typeface="Lexend ExtraLight"/>
                <a:cs typeface="Lexend ExtraLight"/>
                <a:sym typeface="Lexend ExtraLight"/>
              </a:defRPr>
            </a:lvl3pPr>
            <a:lvl4pPr indent="-279400" lvl="3" marL="1828800">
              <a:spcBef>
                <a:spcPts val="0"/>
              </a:spcBef>
              <a:spcAft>
                <a:spcPts val="0"/>
              </a:spcAft>
              <a:buSzPts val="800"/>
              <a:buFont typeface="Lexend ExtraLight"/>
              <a:buChar char="●"/>
              <a:defRPr sz="800">
                <a:latin typeface="Lexend ExtraLight"/>
                <a:ea typeface="Lexend ExtraLight"/>
                <a:cs typeface="Lexend ExtraLight"/>
                <a:sym typeface="Lexend ExtraLight"/>
              </a:defRPr>
            </a:lvl4pPr>
            <a:lvl5pPr indent="-279400" lvl="4" marL="2286000">
              <a:spcBef>
                <a:spcPts val="0"/>
              </a:spcBef>
              <a:spcAft>
                <a:spcPts val="0"/>
              </a:spcAft>
              <a:buSzPts val="800"/>
              <a:buFont typeface="Lexend ExtraLight"/>
              <a:buChar char="○"/>
              <a:defRPr sz="800">
                <a:latin typeface="Lexend ExtraLight"/>
                <a:ea typeface="Lexend ExtraLight"/>
                <a:cs typeface="Lexend ExtraLight"/>
                <a:sym typeface="Lexend ExtraLight"/>
              </a:defRPr>
            </a:lvl5pPr>
            <a:lvl6pPr indent="-279400" lvl="5" marL="2743200">
              <a:spcBef>
                <a:spcPts val="0"/>
              </a:spcBef>
              <a:spcAft>
                <a:spcPts val="0"/>
              </a:spcAft>
              <a:buSzPts val="800"/>
              <a:buFont typeface="Lexend ExtraLight"/>
              <a:buChar char="■"/>
              <a:defRPr sz="800">
                <a:latin typeface="Lexend ExtraLight"/>
                <a:ea typeface="Lexend ExtraLight"/>
                <a:cs typeface="Lexend ExtraLight"/>
                <a:sym typeface="Lexend ExtraLight"/>
              </a:defRPr>
            </a:lvl6pPr>
            <a:lvl7pPr indent="-279400" lvl="6" marL="3200400">
              <a:spcBef>
                <a:spcPts val="0"/>
              </a:spcBef>
              <a:spcAft>
                <a:spcPts val="0"/>
              </a:spcAft>
              <a:buSzPts val="800"/>
              <a:buFont typeface="Lexend ExtraLight"/>
              <a:buChar char="●"/>
              <a:defRPr sz="800">
                <a:latin typeface="Lexend ExtraLight"/>
                <a:ea typeface="Lexend ExtraLight"/>
                <a:cs typeface="Lexend ExtraLight"/>
                <a:sym typeface="Lexend ExtraLight"/>
              </a:defRPr>
            </a:lvl7pPr>
            <a:lvl8pPr indent="-279400" lvl="7" marL="3657600">
              <a:spcBef>
                <a:spcPts val="0"/>
              </a:spcBef>
              <a:spcAft>
                <a:spcPts val="0"/>
              </a:spcAft>
              <a:buSzPts val="800"/>
              <a:buFont typeface="Lexend ExtraLight"/>
              <a:buChar char="○"/>
              <a:defRPr sz="800">
                <a:latin typeface="Lexend ExtraLight"/>
                <a:ea typeface="Lexend ExtraLight"/>
                <a:cs typeface="Lexend ExtraLight"/>
                <a:sym typeface="Lexend ExtraLight"/>
              </a:defRPr>
            </a:lvl8pPr>
            <a:lvl9pPr indent="-279400" lvl="8" marL="4114800">
              <a:spcBef>
                <a:spcPts val="0"/>
              </a:spcBef>
              <a:spcAft>
                <a:spcPts val="0"/>
              </a:spcAft>
              <a:buSzPts val="800"/>
              <a:buFont typeface="Lexend ExtraLight"/>
              <a:buChar char="■"/>
              <a:defRPr sz="800">
                <a:latin typeface="Lexend ExtraLight"/>
                <a:ea typeface="Lexend ExtraLight"/>
                <a:cs typeface="Lexend ExtraLight"/>
                <a:sym typeface="Lexend ExtraLight"/>
              </a:defRPr>
            </a:lvl9pPr>
          </a:lstStyle>
          <a:p/>
        </p:txBody>
      </p:sp>
      <p:sp>
        <p:nvSpPr>
          <p:cNvPr id="325" name="Google Shape;325;p52"/>
          <p:cNvSpPr/>
          <p:nvPr>
            <p:ph idx="5" type="pic"/>
          </p:nvPr>
        </p:nvSpPr>
        <p:spPr>
          <a:xfrm>
            <a:off x="1890828" y="2891499"/>
            <a:ext cx="277800" cy="277800"/>
          </a:xfrm>
          <a:prstGeom prst="rect">
            <a:avLst/>
          </a:prstGeom>
          <a:noFill/>
          <a:ln>
            <a:noFill/>
          </a:ln>
        </p:spPr>
      </p:sp>
      <p:sp>
        <p:nvSpPr>
          <p:cNvPr id="326" name="Google Shape;326;p52"/>
          <p:cNvSpPr txBox="1"/>
          <p:nvPr>
            <p:ph idx="6" type="subTitle"/>
          </p:nvPr>
        </p:nvSpPr>
        <p:spPr>
          <a:xfrm>
            <a:off x="5908675"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327" name="Google Shape;327;p52"/>
          <p:cNvSpPr txBox="1"/>
          <p:nvPr>
            <p:ph idx="7" type="body"/>
          </p:nvPr>
        </p:nvSpPr>
        <p:spPr>
          <a:xfrm>
            <a:off x="5901025" y="2091050"/>
            <a:ext cx="27621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328" name="Google Shape;328;p52"/>
          <p:cNvSpPr txBox="1"/>
          <p:nvPr>
            <p:ph idx="8" type="body"/>
          </p:nvPr>
        </p:nvSpPr>
        <p:spPr>
          <a:xfrm>
            <a:off x="5908675" y="3140275"/>
            <a:ext cx="27123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Collaboration">
  <p:cSld name="CUSTOM_13_1">
    <p:spTree>
      <p:nvGrpSpPr>
        <p:cNvPr id="329" name="Shape 329"/>
        <p:cNvGrpSpPr/>
        <p:nvPr/>
      </p:nvGrpSpPr>
      <p:grpSpPr>
        <a:xfrm>
          <a:off x="0" y="0"/>
          <a:ext cx="0" cy="0"/>
          <a:chOff x="0" y="0"/>
          <a:chExt cx="0" cy="0"/>
        </a:xfrm>
      </p:grpSpPr>
      <p:sp>
        <p:nvSpPr>
          <p:cNvPr id="330" name="Google Shape;330;p53"/>
          <p:cNvSpPr/>
          <p:nvPr>
            <p:ph idx="2" type="pic"/>
          </p:nvPr>
        </p:nvSpPr>
        <p:spPr>
          <a:xfrm>
            <a:off x="2876100" y="1977650"/>
            <a:ext cx="1307100" cy="1956600"/>
          </a:xfrm>
          <a:prstGeom prst="rect">
            <a:avLst/>
          </a:prstGeom>
          <a:noFill/>
          <a:ln>
            <a:noFill/>
          </a:ln>
        </p:spPr>
      </p:sp>
      <p:sp>
        <p:nvSpPr>
          <p:cNvPr id="331" name="Google Shape;331;p53"/>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32" name="Google Shape;332;p53"/>
          <p:cNvSpPr txBox="1"/>
          <p:nvPr>
            <p:ph type="title"/>
          </p:nvPr>
        </p:nvSpPr>
        <p:spPr>
          <a:xfrm>
            <a:off x="661575" y="424275"/>
            <a:ext cx="77406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53"/>
          <p:cNvSpPr/>
          <p:nvPr>
            <p:ph idx="3" type="pic"/>
          </p:nvPr>
        </p:nvSpPr>
        <p:spPr>
          <a:xfrm>
            <a:off x="1890828" y="2891499"/>
            <a:ext cx="277800" cy="277800"/>
          </a:xfrm>
          <a:prstGeom prst="rect">
            <a:avLst/>
          </a:prstGeom>
          <a:noFill/>
          <a:ln>
            <a:noFill/>
          </a:ln>
        </p:spPr>
      </p:sp>
      <p:sp>
        <p:nvSpPr>
          <p:cNvPr id="334" name="Google Shape;334;p53"/>
          <p:cNvSpPr txBox="1"/>
          <p:nvPr>
            <p:ph idx="4" type="subTitle"/>
          </p:nvPr>
        </p:nvSpPr>
        <p:spPr>
          <a:xfrm>
            <a:off x="5908675"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335" name="Google Shape;335;p53"/>
          <p:cNvSpPr txBox="1"/>
          <p:nvPr>
            <p:ph idx="5" type="body"/>
          </p:nvPr>
        </p:nvSpPr>
        <p:spPr>
          <a:xfrm>
            <a:off x="5901025" y="2091050"/>
            <a:ext cx="24588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336" name="Google Shape;336;p53"/>
          <p:cNvSpPr txBox="1"/>
          <p:nvPr>
            <p:ph idx="6" type="body"/>
          </p:nvPr>
        </p:nvSpPr>
        <p:spPr>
          <a:xfrm>
            <a:off x="5908675"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HitGub Integration">
  <p:cSld name="CUSTOM_13_1_1">
    <p:spTree>
      <p:nvGrpSpPr>
        <p:cNvPr id="337" name="Shape 337"/>
        <p:cNvGrpSpPr/>
        <p:nvPr/>
      </p:nvGrpSpPr>
      <p:grpSpPr>
        <a:xfrm>
          <a:off x="0" y="0"/>
          <a:ext cx="0" cy="0"/>
          <a:chOff x="0" y="0"/>
          <a:chExt cx="0" cy="0"/>
        </a:xfrm>
      </p:grpSpPr>
      <p:sp>
        <p:nvSpPr>
          <p:cNvPr id="338" name="Google Shape;338;p54"/>
          <p:cNvSpPr/>
          <p:nvPr>
            <p:ph idx="2" type="pic"/>
          </p:nvPr>
        </p:nvSpPr>
        <p:spPr>
          <a:xfrm>
            <a:off x="4960075" y="1977650"/>
            <a:ext cx="1307100" cy="1956600"/>
          </a:xfrm>
          <a:prstGeom prst="rect">
            <a:avLst/>
          </a:prstGeom>
          <a:noFill/>
          <a:ln>
            <a:noFill/>
          </a:ln>
        </p:spPr>
      </p:sp>
      <p:sp>
        <p:nvSpPr>
          <p:cNvPr id="339" name="Google Shape;339;p54"/>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40" name="Google Shape;340;p54"/>
          <p:cNvSpPr/>
          <p:nvPr>
            <p:ph idx="3" type="pic"/>
          </p:nvPr>
        </p:nvSpPr>
        <p:spPr>
          <a:xfrm>
            <a:off x="6068328" y="2891499"/>
            <a:ext cx="277800" cy="277800"/>
          </a:xfrm>
          <a:prstGeom prst="rect">
            <a:avLst/>
          </a:prstGeom>
          <a:noFill/>
          <a:ln>
            <a:noFill/>
          </a:ln>
        </p:spPr>
      </p:sp>
      <p:sp>
        <p:nvSpPr>
          <p:cNvPr id="341" name="Google Shape;341;p54"/>
          <p:cNvSpPr txBox="1"/>
          <p:nvPr>
            <p:ph idx="4" type="subTitle"/>
          </p:nvPr>
        </p:nvSpPr>
        <p:spPr>
          <a:xfrm>
            <a:off x="684150"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342" name="Google Shape;342;p54"/>
          <p:cNvSpPr txBox="1"/>
          <p:nvPr>
            <p:ph idx="5" type="body"/>
          </p:nvPr>
        </p:nvSpPr>
        <p:spPr>
          <a:xfrm>
            <a:off x="676500" y="2091050"/>
            <a:ext cx="27426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343" name="Google Shape;343;p54"/>
          <p:cNvSpPr txBox="1"/>
          <p:nvPr>
            <p:ph idx="6" type="body"/>
          </p:nvPr>
        </p:nvSpPr>
        <p:spPr>
          <a:xfrm>
            <a:off x="684150"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344" name="Google Shape;344;p54"/>
          <p:cNvSpPr txBox="1"/>
          <p:nvPr>
            <p:ph type="title"/>
          </p:nvPr>
        </p:nvSpPr>
        <p:spPr>
          <a:xfrm>
            <a:off x="661575" y="424275"/>
            <a:ext cx="77406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Event Tracking">
  <p:cSld name="CUSTOM_13_1_1_1">
    <p:spTree>
      <p:nvGrpSpPr>
        <p:cNvPr id="345" name="Shape 345"/>
        <p:cNvGrpSpPr/>
        <p:nvPr/>
      </p:nvGrpSpPr>
      <p:grpSpPr>
        <a:xfrm>
          <a:off x="0" y="0"/>
          <a:ext cx="0" cy="0"/>
          <a:chOff x="0" y="0"/>
          <a:chExt cx="0" cy="0"/>
        </a:xfrm>
      </p:grpSpPr>
      <p:sp>
        <p:nvSpPr>
          <p:cNvPr id="346" name="Google Shape;346;p55"/>
          <p:cNvSpPr/>
          <p:nvPr>
            <p:ph idx="2" type="pic"/>
          </p:nvPr>
        </p:nvSpPr>
        <p:spPr>
          <a:xfrm>
            <a:off x="7053750" y="1977650"/>
            <a:ext cx="1307100" cy="1956600"/>
          </a:xfrm>
          <a:prstGeom prst="rect">
            <a:avLst/>
          </a:prstGeom>
          <a:noFill/>
          <a:ln>
            <a:noFill/>
          </a:ln>
        </p:spPr>
      </p:sp>
      <p:sp>
        <p:nvSpPr>
          <p:cNvPr id="347" name="Google Shape;347;p55"/>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48" name="Google Shape;348;p55"/>
          <p:cNvSpPr txBox="1"/>
          <p:nvPr>
            <p:ph type="title"/>
          </p:nvPr>
        </p:nvSpPr>
        <p:spPr>
          <a:xfrm>
            <a:off x="661576" y="424275"/>
            <a:ext cx="78558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55"/>
          <p:cNvSpPr/>
          <p:nvPr>
            <p:ph idx="3" type="pic"/>
          </p:nvPr>
        </p:nvSpPr>
        <p:spPr>
          <a:xfrm>
            <a:off x="6068328" y="2891499"/>
            <a:ext cx="277800" cy="277800"/>
          </a:xfrm>
          <a:prstGeom prst="rect">
            <a:avLst/>
          </a:prstGeom>
          <a:noFill/>
          <a:ln>
            <a:noFill/>
          </a:ln>
        </p:spPr>
      </p:sp>
      <p:sp>
        <p:nvSpPr>
          <p:cNvPr id="350" name="Google Shape;350;p55"/>
          <p:cNvSpPr txBox="1"/>
          <p:nvPr>
            <p:ph idx="4" type="subTitle"/>
          </p:nvPr>
        </p:nvSpPr>
        <p:spPr>
          <a:xfrm>
            <a:off x="684150"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351" name="Google Shape;351;p55"/>
          <p:cNvSpPr txBox="1"/>
          <p:nvPr>
            <p:ph idx="5" type="body"/>
          </p:nvPr>
        </p:nvSpPr>
        <p:spPr>
          <a:xfrm>
            <a:off x="676500" y="2091050"/>
            <a:ext cx="26775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352" name="Google Shape;352;p55"/>
          <p:cNvSpPr txBox="1"/>
          <p:nvPr>
            <p:ph idx="6" type="body"/>
          </p:nvPr>
        </p:nvSpPr>
        <p:spPr>
          <a:xfrm>
            <a:off x="684150"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 Risks">
  <p:cSld name="CUSTOM_14">
    <p:spTree>
      <p:nvGrpSpPr>
        <p:cNvPr id="353" name="Shape 353"/>
        <p:cNvGrpSpPr/>
        <p:nvPr/>
      </p:nvGrpSpPr>
      <p:grpSpPr>
        <a:xfrm>
          <a:off x="0" y="0"/>
          <a:ext cx="0" cy="0"/>
          <a:chOff x="0" y="0"/>
          <a:chExt cx="0" cy="0"/>
        </a:xfrm>
      </p:grpSpPr>
      <p:sp>
        <p:nvSpPr>
          <p:cNvPr id="354" name="Google Shape;354;p56"/>
          <p:cNvSpPr/>
          <p:nvPr>
            <p:ph idx="2" type="pic"/>
          </p:nvPr>
        </p:nvSpPr>
        <p:spPr>
          <a:xfrm>
            <a:off x="5215175" y="0"/>
            <a:ext cx="3928800" cy="5143500"/>
          </a:xfrm>
          <a:prstGeom prst="rect">
            <a:avLst/>
          </a:prstGeom>
          <a:noFill/>
          <a:ln>
            <a:noFill/>
          </a:ln>
        </p:spPr>
      </p:sp>
      <p:sp>
        <p:nvSpPr>
          <p:cNvPr id="355" name="Google Shape;355;p56"/>
          <p:cNvSpPr txBox="1"/>
          <p:nvPr>
            <p:ph idx="1" type="body"/>
          </p:nvPr>
        </p:nvSpPr>
        <p:spPr>
          <a:xfrm>
            <a:off x="687900" y="292725"/>
            <a:ext cx="3755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56" name="Google Shape;356;p56"/>
          <p:cNvSpPr txBox="1"/>
          <p:nvPr>
            <p:ph idx="3" type="subTitle"/>
          </p:nvPr>
        </p:nvSpPr>
        <p:spPr>
          <a:xfrm>
            <a:off x="689235" y="531804"/>
            <a:ext cx="37542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7" name="Google Shape;357;p56"/>
          <p:cNvSpPr txBox="1"/>
          <p:nvPr>
            <p:ph idx="4" type="body"/>
          </p:nvPr>
        </p:nvSpPr>
        <p:spPr>
          <a:xfrm>
            <a:off x="688425" y="941550"/>
            <a:ext cx="3755400" cy="16920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358" name="Google Shape;358;p56"/>
          <p:cNvSpPr txBox="1"/>
          <p:nvPr>
            <p:ph idx="5" type="body"/>
          </p:nvPr>
        </p:nvSpPr>
        <p:spPr>
          <a:xfrm>
            <a:off x="1129400" y="2768850"/>
            <a:ext cx="3314400" cy="1692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6">
    <p:bg>
      <p:bgPr>
        <a:solidFill>
          <a:schemeClr val="accent3"/>
        </a:solidFill>
      </p:bgPr>
    </p:bg>
    <p:spTree>
      <p:nvGrpSpPr>
        <p:cNvPr id="359" name="Shape 359"/>
        <p:cNvGrpSpPr/>
        <p:nvPr/>
      </p:nvGrpSpPr>
      <p:grpSpPr>
        <a:xfrm>
          <a:off x="0" y="0"/>
          <a:ext cx="0" cy="0"/>
          <a:chOff x="0" y="0"/>
          <a:chExt cx="0" cy="0"/>
        </a:xfrm>
      </p:grpSpPr>
      <p:sp>
        <p:nvSpPr>
          <p:cNvPr id="360" name="Google Shape;360;p57"/>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61" name="Google Shape;361;p57"/>
          <p:cNvSpPr txBox="1"/>
          <p:nvPr>
            <p:ph type="title"/>
          </p:nvPr>
        </p:nvSpPr>
        <p:spPr>
          <a:xfrm>
            <a:off x="646035"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2" name="Google Shape;362;p57"/>
          <p:cNvSpPr txBox="1"/>
          <p:nvPr>
            <p:ph idx="2" type="body"/>
          </p:nvPr>
        </p:nvSpPr>
        <p:spPr>
          <a:xfrm>
            <a:off x="688425" y="1433475"/>
            <a:ext cx="2867400" cy="1677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363" name="Google Shape;363;p57"/>
          <p:cNvSpPr txBox="1"/>
          <p:nvPr>
            <p:ph idx="3" type="body"/>
          </p:nvPr>
        </p:nvSpPr>
        <p:spPr>
          <a:xfrm>
            <a:off x="4724950" y="3620575"/>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364" name="Google Shape;364;p57"/>
          <p:cNvSpPr txBox="1"/>
          <p:nvPr>
            <p:ph idx="4" type="body"/>
          </p:nvPr>
        </p:nvSpPr>
        <p:spPr>
          <a:xfrm>
            <a:off x="4724950" y="2596937"/>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365" name="Google Shape;365;p57"/>
          <p:cNvSpPr txBox="1"/>
          <p:nvPr>
            <p:ph idx="5" type="body"/>
          </p:nvPr>
        </p:nvSpPr>
        <p:spPr>
          <a:xfrm>
            <a:off x="4724950" y="1567600"/>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CUSTOM_17">
    <p:bg>
      <p:bgPr>
        <a:solidFill>
          <a:schemeClr val="accent3"/>
        </a:solidFill>
      </p:bgPr>
    </p:bg>
    <p:spTree>
      <p:nvGrpSpPr>
        <p:cNvPr id="366" name="Shape 366"/>
        <p:cNvGrpSpPr/>
        <p:nvPr/>
      </p:nvGrpSpPr>
      <p:grpSpPr>
        <a:xfrm>
          <a:off x="0" y="0"/>
          <a:ext cx="0" cy="0"/>
          <a:chOff x="0" y="0"/>
          <a:chExt cx="0" cy="0"/>
        </a:xfrm>
      </p:grpSpPr>
      <p:sp>
        <p:nvSpPr>
          <p:cNvPr id="367" name="Google Shape;367;p58"/>
          <p:cNvSpPr txBox="1"/>
          <p:nvPr>
            <p:ph type="title"/>
          </p:nvPr>
        </p:nvSpPr>
        <p:spPr>
          <a:xfrm>
            <a:off x="667650" y="230375"/>
            <a:ext cx="7692300" cy="25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8000"/>
              <a:buNone/>
              <a:defRPr sz="80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68" name="Google Shape;368;p58"/>
          <p:cNvSpPr txBox="1"/>
          <p:nvPr>
            <p:ph idx="2" type="title"/>
          </p:nvPr>
        </p:nvSpPr>
        <p:spPr>
          <a:xfrm>
            <a:off x="667650" y="3872300"/>
            <a:ext cx="7692300" cy="979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8">
    <p:bg>
      <p:bgPr>
        <a:solidFill>
          <a:schemeClr val="accent3"/>
        </a:solidFill>
      </p:bgPr>
    </p:bg>
    <p:spTree>
      <p:nvGrpSpPr>
        <p:cNvPr id="369" name="Shape 369"/>
        <p:cNvGrpSpPr/>
        <p:nvPr/>
      </p:nvGrpSpPr>
      <p:grpSpPr>
        <a:xfrm>
          <a:off x="0" y="0"/>
          <a:ext cx="0" cy="0"/>
          <a:chOff x="0" y="0"/>
          <a:chExt cx="0" cy="0"/>
        </a:xfrm>
      </p:grpSpPr>
      <p:sp>
        <p:nvSpPr>
          <p:cNvPr id="370" name="Google Shape;370;p59"/>
          <p:cNvSpPr/>
          <p:nvPr>
            <p:ph idx="2" type="pic"/>
          </p:nvPr>
        </p:nvSpPr>
        <p:spPr>
          <a:xfrm>
            <a:off x="4700175" y="0"/>
            <a:ext cx="4443900" cy="2991000"/>
          </a:xfrm>
          <a:prstGeom prst="rect">
            <a:avLst/>
          </a:prstGeom>
          <a:noFill/>
          <a:ln>
            <a:noFill/>
          </a:ln>
        </p:spPr>
      </p:sp>
      <p:sp>
        <p:nvSpPr>
          <p:cNvPr id="371" name="Google Shape;371;p59"/>
          <p:cNvSpPr txBox="1"/>
          <p:nvPr>
            <p:ph type="title"/>
          </p:nvPr>
        </p:nvSpPr>
        <p:spPr>
          <a:xfrm>
            <a:off x="407350" y="3366041"/>
            <a:ext cx="8270100" cy="1472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8000"/>
              <a:buNone/>
              <a:defRPr sz="8000">
                <a:solidFill>
                  <a:schemeClr val="dk1"/>
                </a:solidFill>
              </a:defRPr>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cxnSp>
        <p:nvCxnSpPr>
          <p:cNvPr id="372" name="Google Shape;372;p59"/>
          <p:cNvCxnSpPr/>
          <p:nvPr/>
        </p:nvCxnSpPr>
        <p:spPr>
          <a:xfrm>
            <a:off x="-3150" y="677850"/>
            <a:ext cx="5232300" cy="0"/>
          </a:xfrm>
          <a:prstGeom prst="straightConnector1">
            <a:avLst/>
          </a:prstGeom>
          <a:noFill/>
          <a:ln cap="flat" cmpd="sng" w="28575">
            <a:solidFill>
              <a:schemeClr val="accent1"/>
            </a:solidFill>
            <a:prstDash val="dot"/>
            <a:round/>
            <a:headEnd len="med" w="med" type="none"/>
            <a:tailEnd len="med" w="med"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9">
    <p:bg>
      <p:bgPr>
        <a:solidFill>
          <a:schemeClr val="accent3"/>
        </a:solidFill>
      </p:bgPr>
    </p:bg>
    <p:spTree>
      <p:nvGrpSpPr>
        <p:cNvPr id="373" name="Shape 373"/>
        <p:cNvGrpSpPr/>
        <p:nvPr/>
      </p:nvGrpSpPr>
      <p:grpSpPr>
        <a:xfrm>
          <a:off x="0" y="0"/>
          <a:ext cx="0" cy="0"/>
          <a:chOff x="0" y="0"/>
          <a:chExt cx="0" cy="0"/>
        </a:xfrm>
      </p:grpSpPr>
      <p:sp>
        <p:nvSpPr>
          <p:cNvPr id="374" name="Google Shape;374;p60"/>
          <p:cNvSpPr/>
          <p:nvPr>
            <p:ph idx="2" type="pic"/>
          </p:nvPr>
        </p:nvSpPr>
        <p:spPr>
          <a:xfrm>
            <a:off x="871075" y="517125"/>
            <a:ext cx="1905900" cy="4070700"/>
          </a:xfrm>
          <a:prstGeom prst="roundRect">
            <a:avLst>
              <a:gd fmla="val 11144" name="adj"/>
            </a:avLst>
          </a:prstGeom>
          <a:noFill/>
          <a:ln>
            <a:noFill/>
          </a:ln>
        </p:spPr>
      </p:sp>
      <p:sp>
        <p:nvSpPr>
          <p:cNvPr id="375" name="Google Shape;375;p60"/>
          <p:cNvSpPr/>
          <p:nvPr>
            <p:ph idx="3" type="pic"/>
          </p:nvPr>
        </p:nvSpPr>
        <p:spPr>
          <a:xfrm>
            <a:off x="3628675" y="517125"/>
            <a:ext cx="1905900" cy="4070700"/>
          </a:xfrm>
          <a:prstGeom prst="roundRect">
            <a:avLst>
              <a:gd fmla="val 11144" name="adj"/>
            </a:avLst>
          </a:prstGeom>
          <a:noFill/>
          <a:ln>
            <a:noFill/>
          </a:ln>
        </p:spPr>
      </p:sp>
      <p:sp>
        <p:nvSpPr>
          <p:cNvPr id="376" name="Google Shape;376;p60"/>
          <p:cNvSpPr/>
          <p:nvPr>
            <p:ph idx="4" type="pic"/>
          </p:nvPr>
        </p:nvSpPr>
        <p:spPr>
          <a:xfrm>
            <a:off x="6386275" y="517125"/>
            <a:ext cx="1905900" cy="4070700"/>
          </a:xfrm>
          <a:prstGeom prst="roundRect">
            <a:avLst>
              <a:gd fmla="val 11144" name="adj"/>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2">
  <p:cSld name="CUSTOM_19_2">
    <p:bg>
      <p:bgPr>
        <a:solidFill>
          <a:schemeClr val="lt2"/>
        </a:solidFill>
      </p:bgPr>
    </p:bg>
    <p:spTree>
      <p:nvGrpSpPr>
        <p:cNvPr id="377" name="Shape 377"/>
        <p:cNvGrpSpPr/>
        <p:nvPr/>
      </p:nvGrpSpPr>
      <p:grpSpPr>
        <a:xfrm>
          <a:off x="0" y="0"/>
          <a:ext cx="0" cy="0"/>
          <a:chOff x="0" y="0"/>
          <a:chExt cx="0" cy="0"/>
        </a:xfrm>
      </p:grpSpPr>
      <p:sp>
        <p:nvSpPr>
          <p:cNvPr id="378" name="Google Shape;378;p61"/>
          <p:cNvSpPr/>
          <p:nvPr>
            <p:ph idx="2" type="pic"/>
          </p:nvPr>
        </p:nvSpPr>
        <p:spPr>
          <a:xfrm>
            <a:off x="871075" y="517125"/>
            <a:ext cx="1905900" cy="4070700"/>
          </a:xfrm>
          <a:prstGeom prst="roundRect">
            <a:avLst>
              <a:gd fmla="val 11144" name="adj"/>
            </a:avLst>
          </a:prstGeom>
          <a:noFill/>
          <a:ln>
            <a:noFill/>
          </a:ln>
        </p:spPr>
      </p:sp>
      <p:sp>
        <p:nvSpPr>
          <p:cNvPr id="379" name="Google Shape;379;p61"/>
          <p:cNvSpPr/>
          <p:nvPr>
            <p:ph idx="3" type="pic"/>
          </p:nvPr>
        </p:nvSpPr>
        <p:spPr>
          <a:xfrm>
            <a:off x="3628675" y="517125"/>
            <a:ext cx="1905900" cy="4070700"/>
          </a:xfrm>
          <a:prstGeom prst="roundRect">
            <a:avLst>
              <a:gd fmla="val 11144" name="adj"/>
            </a:avLst>
          </a:prstGeom>
          <a:noFill/>
          <a:ln>
            <a:noFill/>
          </a:ln>
        </p:spPr>
      </p:sp>
      <p:sp>
        <p:nvSpPr>
          <p:cNvPr id="380" name="Google Shape;380;p61"/>
          <p:cNvSpPr/>
          <p:nvPr>
            <p:ph idx="4" type="pic"/>
          </p:nvPr>
        </p:nvSpPr>
        <p:spPr>
          <a:xfrm>
            <a:off x="6386275" y="517125"/>
            <a:ext cx="1905900" cy="4070700"/>
          </a:xfrm>
          <a:prstGeom prst="roundRect">
            <a:avLst>
              <a:gd fmla="val 11144" name="adj"/>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9_1">
    <p:bg>
      <p:bgPr>
        <a:solidFill>
          <a:schemeClr val="accent4"/>
        </a:solidFill>
      </p:bgPr>
    </p:bg>
    <p:spTree>
      <p:nvGrpSpPr>
        <p:cNvPr id="381" name="Shape 381"/>
        <p:cNvGrpSpPr/>
        <p:nvPr/>
      </p:nvGrpSpPr>
      <p:grpSpPr>
        <a:xfrm>
          <a:off x="0" y="0"/>
          <a:ext cx="0" cy="0"/>
          <a:chOff x="0" y="0"/>
          <a:chExt cx="0" cy="0"/>
        </a:xfrm>
      </p:grpSpPr>
      <p:sp>
        <p:nvSpPr>
          <p:cNvPr id="382" name="Google Shape;382;p62"/>
          <p:cNvSpPr/>
          <p:nvPr/>
        </p:nvSpPr>
        <p:spPr>
          <a:xfrm rot="-5400000">
            <a:off x="3536425" y="-458475"/>
            <a:ext cx="5185800" cy="6064800"/>
          </a:xfrm>
          <a:prstGeom prst="round2SameRect">
            <a:avLst>
              <a:gd fmla="val 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62"/>
          <p:cNvSpPr/>
          <p:nvPr/>
        </p:nvSpPr>
        <p:spPr>
          <a:xfrm rot="-5400000">
            <a:off x="-1042850" y="1013775"/>
            <a:ext cx="5178300" cy="3112800"/>
          </a:xfrm>
          <a:prstGeom prst="round2SameRect">
            <a:avLst>
              <a:gd fmla="val 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62"/>
          <p:cNvSpPr/>
          <p:nvPr>
            <p:ph idx="2" type="pic"/>
          </p:nvPr>
        </p:nvSpPr>
        <p:spPr>
          <a:xfrm>
            <a:off x="777750" y="938695"/>
            <a:ext cx="1598400" cy="3413100"/>
          </a:xfrm>
          <a:prstGeom prst="roundRect">
            <a:avLst>
              <a:gd fmla="val 11038" name="adj"/>
            </a:avLst>
          </a:prstGeom>
          <a:noFill/>
          <a:ln>
            <a:noFill/>
          </a:ln>
        </p:spPr>
      </p:sp>
      <p:sp>
        <p:nvSpPr>
          <p:cNvPr id="385" name="Google Shape;385;p62"/>
          <p:cNvSpPr/>
          <p:nvPr>
            <p:ph idx="3" type="pic"/>
          </p:nvPr>
        </p:nvSpPr>
        <p:spPr>
          <a:xfrm>
            <a:off x="4115400" y="921995"/>
            <a:ext cx="4127700" cy="23334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0">
    <p:bg>
      <p:bgPr>
        <a:solidFill>
          <a:schemeClr val="lt2"/>
        </a:solidFill>
      </p:bgPr>
    </p:bg>
    <p:spTree>
      <p:nvGrpSpPr>
        <p:cNvPr id="386" name="Shape 386"/>
        <p:cNvGrpSpPr/>
        <p:nvPr/>
      </p:nvGrpSpPr>
      <p:grpSpPr>
        <a:xfrm>
          <a:off x="0" y="0"/>
          <a:ext cx="0" cy="0"/>
          <a:chOff x="0" y="0"/>
          <a:chExt cx="0" cy="0"/>
        </a:xfrm>
      </p:grpSpPr>
      <p:sp>
        <p:nvSpPr>
          <p:cNvPr id="387" name="Google Shape;387;p63"/>
          <p:cNvSpPr/>
          <p:nvPr>
            <p:ph idx="2" type="pic"/>
          </p:nvPr>
        </p:nvSpPr>
        <p:spPr>
          <a:xfrm>
            <a:off x="936975" y="869000"/>
            <a:ext cx="1607400" cy="3413100"/>
          </a:xfrm>
          <a:prstGeom prst="roundRect">
            <a:avLst>
              <a:gd fmla="val 11038" name="adj"/>
            </a:avLst>
          </a:prstGeom>
          <a:noFill/>
          <a:ln>
            <a:noFill/>
          </a:ln>
        </p:spPr>
      </p:sp>
      <p:sp>
        <p:nvSpPr>
          <p:cNvPr id="388" name="Google Shape;388;p63"/>
          <p:cNvSpPr/>
          <p:nvPr>
            <p:ph idx="3" type="pic"/>
          </p:nvPr>
        </p:nvSpPr>
        <p:spPr>
          <a:xfrm>
            <a:off x="3514600" y="869000"/>
            <a:ext cx="4798800" cy="3413100"/>
          </a:xfrm>
          <a:prstGeom prst="roundRect">
            <a:avLst>
              <a:gd fmla="val 4639" name="adj"/>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1">
    <p:bg>
      <p:bgPr>
        <a:solidFill>
          <a:schemeClr val="lt1"/>
        </a:solidFill>
      </p:bgPr>
    </p:bg>
    <p:spTree>
      <p:nvGrpSpPr>
        <p:cNvPr id="389" name="Shape 389"/>
        <p:cNvGrpSpPr/>
        <p:nvPr/>
      </p:nvGrpSpPr>
      <p:grpSpPr>
        <a:xfrm>
          <a:off x="0" y="0"/>
          <a:ext cx="0" cy="0"/>
          <a:chOff x="0" y="0"/>
          <a:chExt cx="0" cy="0"/>
        </a:xfrm>
      </p:grpSpPr>
      <p:sp>
        <p:nvSpPr>
          <p:cNvPr id="390" name="Google Shape;390;p64"/>
          <p:cNvSpPr/>
          <p:nvPr>
            <p:ph idx="2" type="pic"/>
          </p:nvPr>
        </p:nvSpPr>
        <p:spPr>
          <a:xfrm>
            <a:off x="2068775" y="933200"/>
            <a:ext cx="4994100" cy="3125700"/>
          </a:xfrm>
          <a:prstGeom prst="rect">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hone mockup">
  <p:cSld name="CUSTOM_22_1">
    <p:bg>
      <p:bgPr>
        <a:solidFill>
          <a:schemeClr val="accent3"/>
        </a:solidFill>
      </p:bgPr>
    </p:bg>
    <p:spTree>
      <p:nvGrpSpPr>
        <p:cNvPr id="391" name="Shape 391"/>
        <p:cNvGrpSpPr/>
        <p:nvPr/>
      </p:nvGrpSpPr>
      <p:grpSpPr>
        <a:xfrm>
          <a:off x="0" y="0"/>
          <a:ext cx="0" cy="0"/>
          <a:chOff x="0" y="0"/>
          <a:chExt cx="0" cy="0"/>
        </a:xfrm>
      </p:grpSpPr>
      <p:sp>
        <p:nvSpPr>
          <p:cNvPr id="392" name="Google Shape;392;p65"/>
          <p:cNvSpPr/>
          <p:nvPr>
            <p:ph idx="2" type="pic"/>
          </p:nvPr>
        </p:nvSpPr>
        <p:spPr>
          <a:xfrm>
            <a:off x="6682707" y="517125"/>
            <a:ext cx="1905900" cy="4070700"/>
          </a:xfrm>
          <a:prstGeom prst="roundRect">
            <a:avLst>
              <a:gd fmla="val 11144" name="adj"/>
            </a:avLst>
          </a:prstGeom>
          <a:noFill/>
          <a:ln>
            <a:noFill/>
          </a:ln>
        </p:spPr>
      </p:sp>
      <p:sp>
        <p:nvSpPr>
          <p:cNvPr id="393" name="Google Shape;393;p65"/>
          <p:cNvSpPr/>
          <p:nvPr>
            <p:ph idx="3" type="pic"/>
          </p:nvPr>
        </p:nvSpPr>
        <p:spPr>
          <a:xfrm>
            <a:off x="4143672" y="517125"/>
            <a:ext cx="1905900" cy="4070700"/>
          </a:xfrm>
          <a:prstGeom prst="roundRect">
            <a:avLst>
              <a:gd fmla="val 11144" name="adj"/>
            </a:avLst>
          </a:prstGeom>
          <a:noFill/>
          <a:ln>
            <a:noFill/>
          </a:ln>
        </p:spPr>
      </p:sp>
      <p:sp>
        <p:nvSpPr>
          <p:cNvPr id="394" name="Google Shape;394;p65"/>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395" name="Google Shape;395;p65"/>
          <p:cNvSpPr txBox="1"/>
          <p:nvPr>
            <p:ph idx="4" type="body"/>
          </p:nvPr>
        </p:nvSpPr>
        <p:spPr>
          <a:xfrm>
            <a:off x="689250" y="3870075"/>
            <a:ext cx="1968000" cy="8121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1pPr>
            <a:lvl2pPr indent="-279400" lvl="1" marL="9144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2pPr>
            <a:lvl3pPr indent="-279400" lvl="2" marL="13716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3pPr>
            <a:lvl4pPr indent="-279400" lvl="3" marL="18288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4pPr>
            <a:lvl5pPr indent="-279400" lvl="4" marL="22860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5pPr>
            <a:lvl6pPr indent="-279400" lvl="5" marL="27432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6pPr>
            <a:lvl7pPr indent="-279400" lvl="6" marL="32004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7pPr>
            <a:lvl8pPr indent="-279400" lvl="7" marL="36576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8pPr>
            <a:lvl9pPr indent="-279400" lvl="8" marL="41148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9pPr>
          </a:lstStyle>
          <a:p/>
        </p:txBody>
      </p:sp>
      <p:sp>
        <p:nvSpPr>
          <p:cNvPr id="396" name="Google Shape;396;p65"/>
          <p:cNvSpPr txBox="1"/>
          <p:nvPr>
            <p:ph idx="5" type="subTitle"/>
          </p:nvPr>
        </p:nvSpPr>
        <p:spPr>
          <a:xfrm>
            <a:off x="689050" y="531800"/>
            <a:ext cx="1607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defRPr>
            </a:lvl1pPr>
            <a:lvl2pPr lvl="1">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2pPr>
            <a:lvl3pPr lvl="2">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3pPr>
            <a:lvl4pPr lvl="3">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4pPr>
            <a:lvl5pPr lvl="4">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5pPr>
            <a:lvl6pPr lvl="5">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6pPr>
            <a:lvl7pPr lvl="6">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7pPr>
            <a:lvl8pPr lvl="7">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8pPr>
            <a:lvl9pPr lvl="8">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Devices mockup">
  <p:cSld name="CUSTOM_24_1">
    <p:bg>
      <p:bgPr>
        <a:solidFill>
          <a:schemeClr val="lt1"/>
        </a:solidFill>
      </p:bgPr>
    </p:bg>
    <p:spTree>
      <p:nvGrpSpPr>
        <p:cNvPr id="397" name="Shape 397"/>
        <p:cNvGrpSpPr/>
        <p:nvPr/>
      </p:nvGrpSpPr>
      <p:grpSpPr>
        <a:xfrm>
          <a:off x="0" y="0"/>
          <a:ext cx="0" cy="0"/>
          <a:chOff x="0" y="0"/>
          <a:chExt cx="0" cy="0"/>
        </a:xfrm>
      </p:grpSpPr>
      <p:sp>
        <p:nvSpPr>
          <p:cNvPr id="398" name="Google Shape;398;p66"/>
          <p:cNvSpPr txBox="1"/>
          <p:nvPr>
            <p:ph idx="1" type="body"/>
          </p:nvPr>
        </p:nvSpPr>
        <p:spPr>
          <a:xfrm>
            <a:off x="687900" y="292725"/>
            <a:ext cx="14715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399" name="Google Shape;399;p66"/>
          <p:cNvSpPr txBox="1"/>
          <p:nvPr>
            <p:ph idx="2" type="body"/>
          </p:nvPr>
        </p:nvSpPr>
        <p:spPr>
          <a:xfrm>
            <a:off x="5484300" y="292725"/>
            <a:ext cx="2997000" cy="8121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1pPr>
            <a:lvl2pPr indent="-279400" lvl="1" marL="9144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2pPr>
            <a:lvl3pPr indent="-279400" lvl="2" marL="13716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3pPr>
            <a:lvl4pPr indent="-279400" lvl="3" marL="18288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4pPr>
            <a:lvl5pPr indent="-279400" lvl="4" marL="22860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5pPr>
            <a:lvl6pPr indent="-279400" lvl="5" marL="27432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6pPr>
            <a:lvl7pPr indent="-279400" lvl="6" marL="32004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7pPr>
            <a:lvl8pPr indent="-279400" lvl="7" marL="36576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8pPr>
            <a:lvl9pPr indent="-279400" lvl="8" marL="41148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5" name="Shape 55"/>
        <p:cNvGrpSpPr/>
        <p:nvPr/>
      </p:nvGrpSpPr>
      <p:grpSpPr>
        <a:xfrm>
          <a:off x="0" y="0"/>
          <a:ext cx="0" cy="0"/>
          <a:chOff x="0" y="0"/>
          <a:chExt cx="0" cy="0"/>
        </a:xfrm>
      </p:grpSpPr>
      <p:sp>
        <p:nvSpPr>
          <p:cNvPr id="56" name="Google Shape;56;p13"/>
          <p:cNvSpPr txBox="1"/>
          <p:nvPr>
            <p:ph idx="12" type="sldNum"/>
          </p:nvPr>
        </p:nvSpPr>
        <p:spPr>
          <a:xfrm>
            <a:off x="8359800" y="4851000"/>
            <a:ext cx="261300" cy="292500"/>
          </a:xfrm>
          <a:prstGeom prst="rect">
            <a:avLst/>
          </a:prstGeom>
          <a:solidFill>
            <a:schemeClr val="accent3"/>
          </a:solidFill>
          <a:ln>
            <a:noFill/>
          </a:ln>
        </p:spPr>
        <p:txBody>
          <a:bodyPr anchorCtr="0" anchor="ctr" bIns="91425" lIns="0" spcFirstLastPara="1" rIns="0" wrap="square" tIns="0">
            <a:noAutofit/>
          </a:bodyPr>
          <a:lstStyle>
            <a:lvl1pPr lvl="0" rtl="0" algn="ctr">
              <a:buNone/>
              <a:defRPr sz="1100">
                <a:solidFill>
                  <a:schemeClr val="accent2"/>
                </a:solidFill>
                <a:latin typeface="Lexend SemiBold"/>
                <a:ea typeface="Lexend SemiBold"/>
                <a:cs typeface="Lexend SemiBold"/>
                <a:sym typeface="Lexend SemiBold"/>
              </a:defRPr>
            </a:lvl1pPr>
            <a:lvl2pPr lvl="1" rtl="0" algn="ctr">
              <a:buNone/>
              <a:defRPr sz="1100">
                <a:solidFill>
                  <a:schemeClr val="accent2"/>
                </a:solidFill>
                <a:latin typeface="Lexend SemiBold"/>
                <a:ea typeface="Lexend SemiBold"/>
                <a:cs typeface="Lexend SemiBold"/>
                <a:sym typeface="Lexend SemiBold"/>
              </a:defRPr>
            </a:lvl2pPr>
            <a:lvl3pPr lvl="2" rtl="0" algn="ctr">
              <a:buNone/>
              <a:defRPr sz="1100">
                <a:solidFill>
                  <a:schemeClr val="accent2"/>
                </a:solidFill>
                <a:latin typeface="Lexend SemiBold"/>
                <a:ea typeface="Lexend SemiBold"/>
                <a:cs typeface="Lexend SemiBold"/>
                <a:sym typeface="Lexend SemiBold"/>
              </a:defRPr>
            </a:lvl3pPr>
            <a:lvl4pPr lvl="3" rtl="0" algn="ctr">
              <a:buNone/>
              <a:defRPr sz="1100">
                <a:solidFill>
                  <a:schemeClr val="accent2"/>
                </a:solidFill>
                <a:latin typeface="Lexend SemiBold"/>
                <a:ea typeface="Lexend SemiBold"/>
                <a:cs typeface="Lexend SemiBold"/>
                <a:sym typeface="Lexend SemiBold"/>
              </a:defRPr>
            </a:lvl4pPr>
            <a:lvl5pPr lvl="4" rtl="0" algn="ctr">
              <a:buNone/>
              <a:defRPr sz="1100">
                <a:solidFill>
                  <a:schemeClr val="accent2"/>
                </a:solidFill>
                <a:latin typeface="Lexend SemiBold"/>
                <a:ea typeface="Lexend SemiBold"/>
                <a:cs typeface="Lexend SemiBold"/>
                <a:sym typeface="Lexend SemiBold"/>
              </a:defRPr>
            </a:lvl5pPr>
            <a:lvl6pPr lvl="5" rtl="0" algn="ctr">
              <a:buNone/>
              <a:defRPr sz="1100">
                <a:solidFill>
                  <a:schemeClr val="accent2"/>
                </a:solidFill>
                <a:latin typeface="Lexend SemiBold"/>
                <a:ea typeface="Lexend SemiBold"/>
                <a:cs typeface="Lexend SemiBold"/>
                <a:sym typeface="Lexend SemiBold"/>
              </a:defRPr>
            </a:lvl6pPr>
            <a:lvl7pPr lvl="6" rtl="0" algn="ctr">
              <a:buNone/>
              <a:defRPr sz="1100">
                <a:solidFill>
                  <a:schemeClr val="accent2"/>
                </a:solidFill>
                <a:latin typeface="Lexend SemiBold"/>
                <a:ea typeface="Lexend SemiBold"/>
                <a:cs typeface="Lexend SemiBold"/>
                <a:sym typeface="Lexend SemiBold"/>
              </a:defRPr>
            </a:lvl7pPr>
            <a:lvl8pPr lvl="7" rtl="0" algn="ctr">
              <a:buNone/>
              <a:defRPr sz="1100">
                <a:solidFill>
                  <a:schemeClr val="accent2"/>
                </a:solidFill>
                <a:latin typeface="Lexend SemiBold"/>
                <a:ea typeface="Lexend SemiBold"/>
                <a:cs typeface="Lexend SemiBold"/>
                <a:sym typeface="Lexend SemiBold"/>
              </a:defRPr>
            </a:lvl8pPr>
            <a:lvl9pPr lvl="8" rtl="0" algn="ctr">
              <a:buNone/>
              <a:defRPr sz="1100">
                <a:solidFill>
                  <a:schemeClr val="accent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57" name="Google Shape;57;p13"/>
          <p:cNvSpPr txBox="1"/>
          <p:nvPr>
            <p:ph type="title"/>
          </p:nvPr>
        </p:nvSpPr>
        <p:spPr>
          <a:xfrm>
            <a:off x="163200" y="76200"/>
            <a:ext cx="8457900" cy="94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800"/>
              <a:buFont typeface="Lexend Light"/>
              <a:buNone/>
              <a:defRPr sz="4800">
                <a:solidFill>
                  <a:schemeClr val="lt1"/>
                </a:solidFill>
                <a:latin typeface="Lexend Light"/>
                <a:ea typeface="Lexend Light"/>
                <a:cs typeface="Lexend Light"/>
                <a:sym typeface="Lexend Light"/>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58" name="Google Shape;58;p13"/>
          <p:cNvSpPr txBox="1"/>
          <p:nvPr>
            <p:ph idx="1" type="body"/>
          </p:nvPr>
        </p:nvSpPr>
        <p:spPr>
          <a:xfrm>
            <a:off x="136825" y="2540475"/>
            <a:ext cx="4209300" cy="2141700"/>
          </a:xfrm>
          <a:prstGeom prst="rect">
            <a:avLst/>
          </a:prstGeom>
          <a:noFill/>
          <a:ln>
            <a:noFill/>
          </a:ln>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a:buChar char="●"/>
              <a:defRPr sz="1700">
                <a:solidFill>
                  <a:schemeClr val="lt1"/>
                </a:solidFill>
                <a:latin typeface="Lexend"/>
                <a:ea typeface="Lexend"/>
                <a:cs typeface="Lexend"/>
                <a:sym typeface="Lexend"/>
              </a:defRPr>
            </a:lvl1pPr>
            <a:lvl2pPr indent="-323850" lvl="1" marL="914400">
              <a:spcBef>
                <a:spcPts val="0"/>
              </a:spcBef>
              <a:spcAft>
                <a:spcPts val="0"/>
              </a:spcAft>
              <a:buClr>
                <a:schemeClr val="lt1"/>
              </a:buClr>
              <a:buSzPts val="1500"/>
              <a:buFont typeface="Lexend"/>
              <a:buChar char="○"/>
              <a:defRPr sz="1500">
                <a:solidFill>
                  <a:schemeClr val="lt1"/>
                </a:solidFill>
                <a:latin typeface="Lexend"/>
                <a:ea typeface="Lexend"/>
                <a:cs typeface="Lexend"/>
                <a:sym typeface="Lexend"/>
              </a:defRPr>
            </a:lvl2pPr>
            <a:lvl3pPr indent="-317500" lvl="2" marL="1371600">
              <a:spcBef>
                <a:spcPts val="0"/>
              </a:spcBef>
              <a:spcAft>
                <a:spcPts val="0"/>
              </a:spcAft>
              <a:buClr>
                <a:schemeClr val="lt1"/>
              </a:buClr>
              <a:buSzPts val="1400"/>
              <a:buFont typeface="Lexend"/>
              <a:buChar char="■"/>
              <a:defRPr>
                <a:solidFill>
                  <a:schemeClr val="lt1"/>
                </a:solidFill>
                <a:latin typeface="Lexend"/>
                <a:ea typeface="Lexend"/>
                <a:cs typeface="Lexend"/>
                <a:sym typeface="Lexend"/>
              </a:defRPr>
            </a:lvl3pPr>
            <a:lvl4pPr indent="-311150" lvl="3" marL="1828800">
              <a:spcBef>
                <a:spcPts val="0"/>
              </a:spcBef>
              <a:spcAft>
                <a:spcPts val="0"/>
              </a:spcAft>
              <a:buClr>
                <a:schemeClr val="lt1"/>
              </a:buClr>
              <a:buSzPts val="1300"/>
              <a:buFont typeface="Lexend"/>
              <a:buChar char="●"/>
              <a:defRPr sz="1300">
                <a:solidFill>
                  <a:schemeClr val="lt1"/>
                </a:solidFill>
                <a:latin typeface="Lexend"/>
                <a:ea typeface="Lexend"/>
                <a:cs typeface="Lexend"/>
                <a:sym typeface="Lexend"/>
              </a:defRPr>
            </a:lvl4pPr>
            <a:lvl5pPr indent="-304800" lvl="4" marL="2286000">
              <a:spcBef>
                <a:spcPts val="0"/>
              </a:spcBef>
              <a:spcAft>
                <a:spcPts val="0"/>
              </a:spcAft>
              <a:buClr>
                <a:schemeClr val="lt1"/>
              </a:buClr>
              <a:buSzPts val="1200"/>
              <a:buFont typeface="Lexend"/>
              <a:buChar char="○"/>
              <a:defRPr sz="1200">
                <a:solidFill>
                  <a:schemeClr val="lt1"/>
                </a:solidFill>
                <a:latin typeface="Lexend"/>
                <a:ea typeface="Lexend"/>
                <a:cs typeface="Lexend"/>
                <a:sym typeface="Lexend"/>
              </a:defRPr>
            </a:lvl5pPr>
            <a:lvl6pPr indent="-298450" lvl="5" marL="2743200">
              <a:spcBef>
                <a:spcPts val="0"/>
              </a:spcBef>
              <a:spcAft>
                <a:spcPts val="0"/>
              </a:spcAft>
              <a:buClr>
                <a:schemeClr val="lt1"/>
              </a:buClr>
              <a:buSzPts val="1100"/>
              <a:buFont typeface="Lexend"/>
              <a:buChar char="■"/>
              <a:defRPr sz="1100">
                <a:solidFill>
                  <a:schemeClr val="lt1"/>
                </a:solidFill>
                <a:latin typeface="Lexend"/>
                <a:ea typeface="Lexend"/>
                <a:cs typeface="Lexend"/>
                <a:sym typeface="Lexend"/>
              </a:defRPr>
            </a:lvl6pPr>
            <a:lvl7pPr indent="-292100" lvl="6" marL="3200400">
              <a:spcBef>
                <a:spcPts val="0"/>
              </a:spcBef>
              <a:spcAft>
                <a:spcPts val="0"/>
              </a:spcAft>
              <a:buClr>
                <a:schemeClr val="lt1"/>
              </a:buClr>
              <a:buSzPts val="1000"/>
              <a:buFont typeface="Lexend"/>
              <a:buChar char="●"/>
              <a:defRPr sz="1000">
                <a:solidFill>
                  <a:schemeClr val="lt1"/>
                </a:solidFill>
                <a:latin typeface="Lexend"/>
                <a:ea typeface="Lexend"/>
                <a:cs typeface="Lexend"/>
                <a:sym typeface="Lexend"/>
              </a:defRPr>
            </a:lvl7pPr>
            <a:lvl8pPr indent="-285750" lvl="7" marL="3657600">
              <a:spcBef>
                <a:spcPts val="0"/>
              </a:spcBef>
              <a:spcAft>
                <a:spcPts val="0"/>
              </a:spcAft>
              <a:buClr>
                <a:schemeClr val="lt1"/>
              </a:buClr>
              <a:buSzPts val="900"/>
              <a:buFont typeface="Lexend"/>
              <a:buChar char="○"/>
              <a:defRPr sz="900">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sz="900">
                <a:solidFill>
                  <a:schemeClr val="lt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29">
          <p15:clr>
            <a:srgbClr val="E46962"/>
          </p15:clr>
        </p15:guide>
        <p15:guide id="2" pos="494">
          <p15:clr>
            <a:srgbClr val="E46962"/>
          </p15:clr>
        </p15:guide>
        <p15:guide id="3" pos="823">
          <p15:clr>
            <a:srgbClr val="E46962"/>
          </p15:clr>
        </p15:guide>
        <p15:guide id="4" pos="988">
          <p15:clr>
            <a:srgbClr val="E46962"/>
          </p15:clr>
        </p15:guide>
        <p15:guide id="5" pos="1317">
          <p15:clr>
            <a:srgbClr val="E46962"/>
          </p15:clr>
        </p15:guide>
        <p15:guide id="6" pos="1482">
          <p15:clr>
            <a:srgbClr val="E46962"/>
          </p15:clr>
        </p15:guide>
        <p15:guide id="7" pos="1811">
          <p15:clr>
            <a:srgbClr val="E46962"/>
          </p15:clr>
        </p15:guide>
        <p15:guide id="8" pos="1976">
          <p15:clr>
            <a:srgbClr val="E46962"/>
          </p15:clr>
        </p15:guide>
        <p15:guide id="9" pos="2305">
          <p15:clr>
            <a:srgbClr val="E46962"/>
          </p15:clr>
        </p15:guide>
        <p15:guide id="10" pos="2470">
          <p15:clr>
            <a:srgbClr val="E46962"/>
          </p15:clr>
        </p15:guide>
        <p15:guide id="11" pos="2799">
          <p15:clr>
            <a:srgbClr val="E46962"/>
          </p15:clr>
        </p15:guide>
        <p15:guide id="12" pos="5431">
          <p15:clr>
            <a:srgbClr val="E46962"/>
          </p15:clr>
        </p15:guide>
        <p15:guide id="13" pos="5266">
          <p15:clr>
            <a:srgbClr val="E46962"/>
          </p15:clr>
        </p15:guide>
        <p15:guide id="14" pos="4937">
          <p15:clr>
            <a:srgbClr val="E46962"/>
          </p15:clr>
        </p15:guide>
        <p15:guide id="15" pos="4772">
          <p15:clr>
            <a:srgbClr val="E46962"/>
          </p15:clr>
        </p15:guide>
        <p15:guide id="16" pos="4443">
          <p15:clr>
            <a:srgbClr val="E46962"/>
          </p15:clr>
        </p15:guide>
        <p15:guide id="17" pos="4278">
          <p15:clr>
            <a:srgbClr val="E46962"/>
          </p15:clr>
        </p15:guide>
        <p15:guide id="18" pos="3949">
          <p15:clr>
            <a:srgbClr val="E46962"/>
          </p15:clr>
        </p15:guide>
        <p15:guide id="19" pos="3784">
          <p15:clr>
            <a:srgbClr val="E46962"/>
          </p15:clr>
        </p15:guide>
        <p15:guide id="20" pos="3455">
          <p15:clr>
            <a:srgbClr val="E46962"/>
          </p15:clr>
        </p15:guide>
        <p15:guide id="21" pos="3290">
          <p15:clr>
            <a:srgbClr val="E46962"/>
          </p15:clr>
        </p15:guide>
        <p15:guide id="22" pos="296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7"/>
          <p:cNvSpPr txBox="1"/>
          <p:nvPr>
            <p:ph type="title"/>
          </p:nvPr>
        </p:nvSpPr>
        <p:spPr>
          <a:xfrm>
            <a:off x="303700" y="355500"/>
            <a:ext cx="8421600" cy="119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&amp; Left Hand Detection </a:t>
            </a:r>
            <a:endParaRPr/>
          </a:p>
        </p:txBody>
      </p:sp>
      <p:sp>
        <p:nvSpPr>
          <p:cNvPr id="405" name="Google Shape;405;p67"/>
          <p:cNvSpPr txBox="1"/>
          <p:nvPr>
            <p:ph idx="1" type="subTitle"/>
          </p:nvPr>
        </p:nvSpPr>
        <p:spPr>
          <a:xfrm>
            <a:off x="333400" y="2325389"/>
            <a:ext cx="4703100" cy="94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ECEN 360 </a:t>
            </a:r>
            <a:endParaRPr sz="2600"/>
          </a:p>
          <a:p>
            <a:pPr indent="0" lvl="0" marL="0" rtl="0" algn="l">
              <a:spcBef>
                <a:spcPts val="0"/>
              </a:spcBef>
              <a:spcAft>
                <a:spcPts val="0"/>
              </a:spcAft>
              <a:buNone/>
            </a:pPr>
            <a:r>
              <a:rPr lang="en" sz="1300"/>
              <a:t>LIZZETT TAPIA</a:t>
            </a:r>
            <a:endParaRPr sz="1300"/>
          </a:p>
          <a:p>
            <a:pPr indent="0" lvl="0" marL="0" rtl="0" algn="l">
              <a:spcBef>
                <a:spcPts val="0"/>
              </a:spcBef>
              <a:spcAft>
                <a:spcPts val="0"/>
              </a:spcAft>
              <a:buNone/>
            </a:pPr>
            <a:r>
              <a:rPr lang="en" sz="1300"/>
              <a:t>ALFONSO</a:t>
            </a:r>
            <a:r>
              <a:rPr lang="en" sz="1300"/>
              <a:t> WONG DUARTE</a:t>
            </a:r>
            <a:endParaRPr sz="1300"/>
          </a:p>
          <a:p>
            <a:pPr indent="0" lvl="0" marL="0" rtl="0" algn="l">
              <a:spcBef>
                <a:spcPts val="0"/>
              </a:spcBef>
              <a:spcAft>
                <a:spcPts val="0"/>
              </a:spcAft>
              <a:buNone/>
            </a:pPr>
            <a:r>
              <a:rPr lang="en" sz="1300"/>
              <a:t>JACOB RIVERA</a:t>
            </a:r>
            <a:endParaRPr sz="1300"/>
          </a:p>
        </p:txBody>
      </p:sp>
      <p:pic>
        <p:nvPicPr>
          <p:cNvPr id="406" name="Google Shape;406;p67"/>
          <p:cNvPicPr preferRelativeResize="0"/>
          <p:nvPr/>
        </p:nvPicPr>
        <p:blipFill rotWithShape="1">
          <a:blip r:embed="rId3">
            <a:alphaModFix/>
          </a:blip>
          <a:srcRect b="9441" l="0" r="0" t="3775"/>
          <a:stretch/>
        </p:blipFill>
        <p:spPr>
          <a:xfrm>
            <a:off x="3395700" y="2777275"/>
            <a:ext cx="5222999" cy="154039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8"/>
          <p:cNvSpPr txBox="1"/>
          <p:nvPr>
            <p:ph type="title"/>
          </p:nvPr>
        </p:nvSpPr>
        <p:spPr>
          <a:xfrm>
            <a:off x="674916" y="289225"/>
            <a:ext cx="6598800" cy="103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 </a:t>
            </a:r>
            <a:endParaRPr/>
          </a:p>
        </p:txBody>
      </p:sp>
      <p:sp>
        <p:nvSpPr>
          <p:cNvPr id="412" name="Google Shape;412;p68"/>
          <p:cNvSpPr txBox="1"/>
          <p:nvPr/>
        </p:nvSpPr>
        <p:spPr>
          <a:xfrm>
            <a:off x="798177" y="1553300"/>
            <a:ext cx="4686000" cy="28167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 sz="1500">
                <a:solidFill>
                  <a:schemeClr val="dk1"/>
                </a:solidFill>
                <a:latin typeface="Lexend SemiBold"/>
                <a:ea typeface="Lexend SemiBold"/>
                <a:cs typeface="Lexend SemiBold"/>
                <a:sym typeface="Lexend SemiBold"/>
              </a:rPr>
              <a:t>This project focuses on building a real-time Left and Right Hand Detection system using OpenCV, MediaPipe, and Machine Learning. </a:t>
            </a:r>
            <a:endParaRPr sz="15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5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rPr lang="en" sz="1500">
                <a:solidFill>
                  <a:schemeClr val="dk1"/>
                </a:solidFill>
                <a:latin typeface="Lexend SemiBold"/>
                <a:ea typeface="Lexend SemiBold"/>
                <a:cs typeface="Lexend SemiBold"/>
                <a:sym typeface="Lexend SemiBold"/>
              </a:rPr>
              <a:t>OpenCV is an open-source computer vision library that enables webcam access, frame capture, and real-time video processing.</a:t>
            </a:r>
            <a:endParaRPr sz="15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5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rPr lang="en" sz="1500">
                <a:solidFill>
                  <a:schemeClr val="dk1"/>
                </a:solidFill>
                <a:latin typeface="Lexend SemiBold"/>
                <a:ea typeface="Lexend SemiBold"/>
                <a:cs typeface="Lexend SemiBold"/>
                <a:sym typeface="Lexend SemiBold"/>
              </a:rPr>
              <a:t>MediaPipe is a powerful framework developed by Google that provides various libraries and tools for customizable ML models.</a:t>
            </a:r>
            <a:endParaRPr sz="15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200">
              <a:solidFill>
                <a:schemeClr val="dk1"/>
              </a:solidFill>
              <a:latin typeface="Lexend SemiBold"/>
              <a:ea typeface="Lexend SemiBold"/>
              <a:cs typeface="Lexend SemiBold"/>
              <a:sym typeface="Lexend SemiBold"/>
            </a:endParaRPr>
          </a:p>
        </p:txBody>
      </p:sp>
      <p:cxnSp>
        <p:nvCxnSpPr>
          <p:cNvPr id="413" name="Google Shape;413;p68"/>
          <p:cNvCxnSpPr/>
          <p:nvPr/>
        </p:nvCxnSpPr>
        <p:spPr>
          <a:xfrm>
            <a:off x="788375" y="1205325"/>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cxnSp>
        <p:nvCxnSpPr>
          <p:cNvPr id="418" name="Google Shape;418;p69"/>
          <p:cNvCxnSpPr/>
          <p:nvPr/>
        </p:nvCxnSpPr>
        <p:spPr>
          <a:xfrm>
            <a:off x="4282975" y="1942775"/>
            <a:ext cx="0" cy="450900"/>
          </a:xfrm>
          <a:prstGeom prst="straightConnector1">
            <a:avLst/>
          </a:prstGeom>
          <a:noFill/>
          <a:ln cap="flat" cmpd="sng" w="19050">
            <a:solidFill>
              <a:schemeClr val="accent1"/>
            </a:solidFill>
            <a:prstDash val="solid"/>
            <a:round/>
            <a:headEnd len="med" w="med" type="none"/>
            <a:tailEnd len="med" w="med" type="none"/>
          </a:ln>
        </p:spPr>
      </p:cxnSp>
      <p:cxnSp>
        <p:nvCxnSpPr>
          <p:cNvPr id="419" name="Google Shape;419;p69"/>
          <p:cNvCxnSpPr/>
          <p:nvPr/>
        </p:nvCxnSpPr>
        <p:spPr>
          <a:xfrm>
            <a:off x="2861" y="2349988"/>
            <a:ext cx="9138300" cy="0"/>
          </a:xfrm>
          <a:prstGeom prst="straightConnector1">
            <a:avLst/>
          </a:prstGeom>
          <a:noFill/>
          <a:ln cap="flat" cmpd="sng" w="19050">
            <a:solidFill>
              <a:schemeClr val="accent1"/>
            </a:solidFill>
            <a:prstDash val="solid"/>
            <a:round/>
            <a:headEnd len="med" w="med" type="none"/>
            <a:tailEnd len="med" w="med" type="none"/>
          </a:ln>
        </p:spPr>
      </p:cxnSp>
      <p:sp>
        <p:nvSpPr>
          <p:cNvPr id="420" name="Google Shape;420;p69"/>
          <p:cNvSpPr txBox="1"/>
          <p:nvPr/>
        </p:nvSpPr>
        <p:spPr>
          <a:xfrm>
            <a:off x="1402267" y="2754423"/>
            <a:ext cx="1307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Lexend SemiBold"/>
                <a:ea typeface="Lexend SemiBold"/>
                <a:cs typeface="Lexend SemiBold"/>
                <a:sym typeface="Lexend SemiBold"/>
              </a:rPr>
              <a:t>Hand Data Collection </a:t>
            </a:r>
            <a:endParaRPr sz="1200">
              <a:solidFill>
                <a:schemeClr val="lt1"/>
              </a:solidFill>
              <a:latin typeface="Lexend SemiBold"/>
              <a:ea typeface="Lexend SemiBold"/>
              <a:cs typeface="Lexend SemiBold"/>
              <a:sym typeface="Lexend SemiBold"/>
            </a:endParaRPr>
          </a:p>
        </p:txBody>
      </p:sp>
      <p:cxnSp>
        <p:nvCxnSpPr>
          <p:cNvPr id="421" name="Google Shape;421;p69"/>
          <p:cNvCxnSpPr/>
          <p:nvPr/>
        </p:nvCxnSpPr>
        <p:spPr>
          <a:xfrm>
            <a:off x="2352600" y="2348550"/>
            <a:ext cx="0" cy="392400"/>
          </a:xfrm>
          <a:prstGeom prst="straightConnector1">
            <a:avLst/>
          </a:prstGeom>
          <a:noFill/>
          <a:ln cap="flat" cmpd="sng" w="19050">
            <a:solidFill>
              <a:schemeClr val="accent1"/>
            </a:solidFill>
            <a:prstDash val="solid"/>
            <a:round/>
            <a:headEnd len="med" w="med" type="none"/>
            <a:tailEnd len="med" w="med" type="none"/>
          </a:ln>
        </p:spPr>
      </p:cxnSp>
      <p:sp>
        <p:nvSpPr>
          <p:cNvPr id="422" name="Google Shape;422;p69"/>
          <p:cNvSpPr txBox="1"/>
          <p:nvPr/>
        </p:nvSpPr>
        <p:spPr>
          <a:xfrm>
            <a:off x="3034950" y="1655550"/>
            <a:ext cx="33303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Lexend SemiBold"/>
                <a:ea typeface="Lexend SemiBold"/>
                <a:cs typeface="Lexend SemiBold"/>
                <a:sym typeface="Lexend SemiBold"/>
              </a:rPr>
              <a:t>Train Machine Learning Classifier </a:t>
            </a:r>
            <a:endParaRPr sz="1200">
              <a:solidFill>
                <a:schemeClr val="lt1"/>
              </a:solidFill>
              <a:latin typeface="Lexend SemiBold"/>
              <a:ea typeface="Lexend SemiBold"/>
              <a:cs typeface="Lexend SemiBold"/>
              <a:sym typeface="Lexend SemiBold"/>
            </a:endParaRPr>
          </a:p>
        </p:txBody>
      </p:sp>
      <p:cxnSp>
        <p:nvCxnSpPr>
          <p:cNvPr id="423" name="Google Shape;423;p69"/>
          <p:cNvCxnSpPr/>
          <p:nvPr/>
        </p:nvCxnSpPr>
        <p:spPr>
          <a:xfrm>
            <a:off x="6573517" y="2344050"/>
            <a:ext cx="0" cy="401400"/>
          </a:xfrm>
          <a:prstGeom prst="straightConnector1">
            <a:avLst/>
          </a:prstGeom>
          <a:noFill/>
          <a:ln cap="flat" cmpd="sng" w="19050">
            <a:solidFill>
              <a:schemeClr val="accent1"/>
            </a:solidFill>
            <a:prstDash val="solid"/>
            <a:round/>
            <a:headEnd len="med" w="med" type="none"/>
            <a:tailEnd len="med" w="med" type="none"/>
          </a:ln>
        </p:spPr>
      </p:cxnSp>
      <p:sp>
        <p:nvSpPr>
          <p:cNvPr id="424" name="Google Shape;424;p69"/>
          <p:cNvSpPr txBox="1"/>
          <p:nvPr/>
        </p:nvSpPr>
        <p:spPr>
          <a:xfrm>
            <a:off x="5837400" y="2754425"/>
            <a:ext cx="16896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Lexend SemiBold"/>
                <a:ea typeface="Lexend SemiBold"/>
                <a:cs typeface="Lexend SemiBold"/>
                <a:sym typeface="Lexend SemiBold"/>
              </a:rPr>
              <a:t>ML Model Integration </a:t>
            </a:r>
            <a:endParaRPr sz="1200">
              <a:solidFill>
                <a:schemeClr val="lt1"/>
              </a:solidFill>
              <a:latin typeface="Lexend SemiBold"/>
              <a:ea typeface="Lexend SemiBold"/>
              <a:cs typeface="Lexend SemiBold"/>
              <a:sym typeface="Lexend SemiBold"/>
            </a:endParaRPr>
          </a:p>
        </p:txBody>
      </p:sp>
      <p:sp>
        <p:nvSpPr>
          <p:cNvPr id="425" name="Google Shape;425;p69"/>
          <p:cNvSpPr txBox="1"/>
          <p:nvPr>
            <p:ph type="title"/>
          </p:nvPr>
        </p:nvSpPr>
        <p:spPr>
          <a:xfrm>
            <a:off x="640325" y="3853299"/>
            <a:ext cx="5339700" cy="7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Approach </a:t>
            </a:r>
            <a:endParaRPr/>
          </a:p>
        </p:txBody>
      </p:sp>
      <p:pic>
        <p:nvPicPr>
          <p:cNvPr descr="Icon with three rectangles." id="426" name="Google Shape;426;p69"/>
          <p:cNvPicPr preferRelativeResize="0"/>
          <p:nvPr>
            <p:ph idx="2" type="pic"/>
          </p:nvPr>
        </p:nvPicPr>
        <p:blipFill>
          <a:blip r:embed="rId3">
            <a:alphaModFix/>
          </a:blip>
          <a:stretch>
            <a:fillRect/>
          </a:stretch>
        </p:blipFill>
        <p:spPr>
          <a:xfrm>
            <a:off x="2145900" y="2134671"/>
            <a:ext cx="413400" cy="413400"/>
          </a:xfrm>
          <a:prstGeom prst="rect">
            <a:avLst/>
          </a:prstGeom>
        </p:spPr>
      </p:pic>
      <p:pic>
        <p:nvPicPr>
          <p:cNvPr descr="Icon with subdivided square." id="427" name="Google Shape;427;p69"/>
          <p:cNvPicPr preferRelativeResize="0"/>
          <p:nvPr>
            <p:ph idx="4" type="pic"/>
          </p:nvPr>
        </p:nvPicPr>
        <p:blipFill>
          <a:blip r:embed="rId4">
            <a:alphaModFix/>
          </a:blip>
          <a:stretch>
            <a:fillRect/>
          </a:stretch>
        </p:blipFill>
        <p:spPr>
          <a:xfrm>
            <a:off x="6365363" y="2134671"/>
            <a:ext cx="413400" cy="413400"/>
          </a:xfrm>
          <a:prstGeom prst="rect">
            <a:avLst/>
          </a:prstGeom>
        </p:spPr>
      </p:pic>
      <p:pic>
        <p:nvPicPr>
          <p:cNvPr descr="Icon with subdivided square." id="428" name="Google Shape;428;p69"/>
          <p:cNvPicPr preferRelativeResize="0"/>
          <p:nvPr>
            <p:ph idx="4" type="pic"/>
          </p:nvPr>
        </p:nvPicPr>
        <p:blipFill>
          <a:blip r:embed="rId4">
            <a:alphaModFix/>
          </a:blip>
          <a:stretch>
            <a:fillRect/>
          </a:stretch>
        </p:blipFill>
        <p:spPr>
          <a:xfrm>
            <a:off x="4076275" y="2134671"/>
            <a:ext cx="413400" cy="413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5" type="body"/>
          </p:nvPr>
        </p:nvSpPr>
        <p:spPr>
          <a:xfrm>
            <a:off x="661575" y="1599200"/>
            <a:ext cx="8294100" cy="2713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Created a python script that uses MediaPipe, OpenCV, and CSV output in order to help save labeled hand </a:t>
            </a:r>
            <a:r>
              <a:rPr lang="en" sz="1500"/>
              <a:t>landmark</a:t>
            </a:r>
            <a:r>
              <a:rPr lang="en" sz="1500"/>
              <a:t> data from a webcam</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The script detects one hand using the webcam and draws hand landmarks on the screen</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The user is able to press ‘l’ to save data for the left hand, or ‘r’ for the right hand</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The hand </a:t>
            </a:r>
            <a:r>
              <a:rPr lang="en" sz="1500"/>
              <a:t>landmark</a:t>
            </a:r>
            <a:r>
              <a:rPr lang="en" sz="1500"/>
              <a:t> data &amp; label proceeds to get saved to a .csv file for future training </a:t>
            </a:r>
            <a:endParaRPr sz="1500"/>
          </a:p>
        </p:txBody>
      </p:sp>
      <p:sp>
        <p:nvSpPr>
          <p:cNvPr id="434" name="Google Shape;434;p70"/>
          <p:cNvSpPr txBox="1"/>
          <p:nvPr>
            <p:ph idx="4294967295" type="title"/>
          </p:nvPr>
        </p:nvSpPr>
        <p:spPr>
          <a:xfrm>
            <a:off x="661575" y="538850"/>
            <a:ext cx="7890900" cy="75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chemeClr val="dk1"/>
                </a:solidFill>
              </a:rPr>
              <a:t>Hand Data Collection</a:t>
            </a:r>
            <a:endParaRPr sz="3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71"/>
          <p:cNvPicPr preferRelativeResize="0"/>
          <p:nvPr/>
        </p:nvPicPr>
        <p:blipFill>
          <a:blip r:embed="rId3">
            <a:alphaModFix/>
          </a:blip>
          <a:stretch>
            <a:fillRect/>
          </a:stretch>
        </p:blipFill>
        <p:spPr>
          <a:xfrm>
            <a:off x="66450" y="152150"/>
            <a:ext cx="4505549" cy="2708275"/>
          </a:xfrm>
          <a:prstGeom prst="rect">
            <a:avLst/>
          </a:prstGeom>
          <a:noFill/>
          <a:ln>
            <a:noFill/>
          </a:ln>
        </p:spPr>
      </p:pic>
      <p:pic>
        <p:nvPicPr>
          <p:cNvPr id="440" name="Google Shape;440;p71"/>
          <p:cNvPicPr preferRelativeResize="0"/>
          <p:nvPr/>
        </p:nvPicPr>
        <p:blipFill>
          <a:blip r:embed="rId4">
            <a:alphaModFix/>
          </a:blip>
          <a:stretch>
            <a:fillRect/>
          </a:stretch>
        </p:blipFill>
        <p:spPr>
          <a:xfrm>
            <a:off x="4700100" y="2242343"/>
            <a:ext cx="4325925" cy="25984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2"/>
          <p:cNvSpPr txBox="1"/>
          <p:nvPr>
            <p:ph idx="5" type="body"/>
          </p:nvPr>
        </p:nvSpPr>
        <p:spPr>
          <a:xfrm>
            <a:off x="415375" y="1021600"/>
            <a:ext cx="3384900" cy="34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second script created takes the hand landmark dataset that was previously collected.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uses the dataset to help train a machine learning classifier (Random Forest), evaluates how accurate it is, and saves the trained model for future real-time use.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Random Forest Classifier is </a:t>
            </a:r>
            <a:r>
              <a:rPr lang="en"/>
              <a:t>a machine learning algorithm that builds multiple decision trees and makes predictions based on the majority vote from those trees, improving accuracy and reducing the risk of overfitting.</a:t>
            </a:r>
            <a:r>
              <a:rPr lang="en"/>
              <a:t> MediaPipe already provides built-in handedness classification, but Random Forest model is trained specifically in our hand data. This personalizes the prediction to our hand shape and orientation, as well as allowing full control over how the classification works.</a:t>
            </a:r>
            <a:endParaRPr/>
          </a:p>
        </p:txBody>
      </p:sp>
      <p:sp>
        <p:nvSpPr>
          <p:cNvPr id="446" name="Google Shape;446;p72"/>
          <p:cNvSpPr txBox="1"/>
          <p:nvPr>
            <p:ph type="title"/>
          </p:nvPr>
        </p:nvSpPr>
        <p:spPr>
          <a:xfrm>
            <a:off x="661575" y="424275"/>
            <a:ext cx="7764900" cy="63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Training Machine Learning Classifier</a:t>
            </a:r>
            <a:endParaRPr sz="3500"/>
          </a:p>
        </p:txBody>
      </p:sp>
      <p:pic>
        <p:nvPicPr>
          <p:cNvPr id="447" name="Google Shape;447;p72"/>
          <p:cNvPicPr preferRelativeResize="0"/>
          <p:nvPr/>
        </p:nvPicPr>
        <p:blipFill>
          <a:blip r:embed="rId3">
            <a:alphaModFix/>
          </a:blip>
          <a:stretch>
            <a:fillRect/>
          </a:stretch>
        </p:blipFill>
        <p:spPr>
          <a:xfrm>
            <a:off x="4443900" y="1329050"/>
            <a:ext cx="4135276" cy="3183051"/>
          </a:xfrm>
          <a:prstGeom prst="rect">
            <a:avLst/>
          </a:prstGeom>
          <a:noFill/>
          <a:ln>
            <a:noFill/>
          </a:ln>
        </p:spPr>
      </p:pic>
      <p:pic>
        <p:nvPicPr>
          <p:cNvPr id="448" name="Google Shape;448;p72"/>
          <p:cNvPicPr preferRelativeResize="0"/>
          <p:nvPr/>
        </p:nvPicPr>
        <p:blipFill>
          <a:blip r:embed="rId4">
            <a:alphaModFix/>
          </a:blip>
          <a:stretch>
            <a:fillRect/>
          </a:stretch>
        </p:blipFill>
        <p:spPr>
          <a:xfrm>
            <a:off x="4493313" y="4562000"/>
            <a:ext cx="4036450" cy="518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3"/>
          <p:cNvSpPr txBox="1"/>
          <p:nvPr>
            <p:ph idx="5" type="body"/>
          </p:nvPr>
        </p:nvSpPr>
        <p:spPr>
          <a:xfrm>
            <a:off x="661575" y="1099275"/>
            <a:ext cx="2742600" cy="34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third and final python script, we integrated the custom-trained machine </a:t>
            </a:r>
            <a:r>
              <a:rPr lang="en"/>
              <a:t>learning model from the previous .pkl file.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using our own data set instead of MediaPipe’s built-in classification, the user is able to receive live predictions on whether a detected hand is left or right.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*Percentages displayed are the confidence score from the Random Forest Classifier</a:t>
            </a:r>
            <a:endParaRPr/>
          </a:p>
        </p:txBody>
      </p:sp>
      <p:sp>
        <p:nvSpPr>
          <p:cNvPr id="454" name="Google Shape;454;p73"/>
          <p:cNvSpPr txBox="1"/>
          <p:nvPr>
            <p:ph type="title"/>
          </p:nvPr>
        </p:nvSpPr>
        <p:spPr>
          <a:xfrm>
            <a:off x="661575" y="424275"/>
            <a:ext cx="7764900" cy="63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ML Model Integration </a:t>
            </a:r>
            <a:endParaRPr sz="3500"/>
          </a:p>
        </p:txBody>
      </p:sp>
      <p:pic>
        <p:nvPicPr>
          <p:cNvPr id="455" name="Google Shape;455;p73"/>
          <p:cNvPicPr preferRelativeResize="0"/>
          <p:nvPr/>
        </p:nvPicPr>
        <p:blipFill>
          <a:blip r:embed="rId3">
            <a:alphaModFix/>
          </a:blip>
          <a:stretch>
            <a:fillRect/>
          </a:stretch>
        </p:blipFill>
        <p:spPr>
          <a:xfrm>
            <a:off x="5557725" y="173675"/>
            <a:ext cx="3063376" cy="2459925"/>
          </a:xfrm>
          <a:prstGeom prst="rect">
            <a:avLst/>
          </a:prstGeom>
          <a:noFill/>
          <a:ln>
            <a:noFill/>
          </a:ln>
        </p:spPr>
      </p:pic>
      <p:pic>
        <p:nvPicPr>
          <p:cNvPr id="456" name="Google Shape;456;p73"/>
          <p:cNvPicPr preferRelativeResize="0"/>
          <p:nvPr/>
        </p:nvPicPr>
        <p:blipFill>
          <a:blip r:embed="rId4">
            <a:alphaModFix/>
          </a:blip>
          <a:stretch>
            <a:fillRect/>
          </a:stretch>
        </p:blipFill>
        <p:spPr>
          <a:xfrm>
            <a:off x="5606900" y="2692075"/>
            <a:ext cx="3063376" cy="24514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4"/>
          <p:cNvSpPr txBox="1"/>
          <p:nvPr>
            <p:ph type="title"/>
          </p:nvPr>
        </p:nvSpPr>
        <p:spPr>
          <a:xfrm>
            <a:off x="407350" y="3442659"/>
            <a:ext cx="8270100" cy="147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duct Roadmap">
  <a:themeElements>
    <a:clrScheme name="Simple Light">
      <a:dk1>
        <a:srgbClr val="D32600"/>
      </a:dk1>
      <a:lt1>
        <a:srgbClr val="000000"/>
      </a:lt1>
      <a:dk2>
        <a:srgbClr val="FFFFFF"/>
      </a:dk2>
      <a:lt2>
        <a:srgbClr val="E57360"/>
      </a:lt2>
      <a:accent1>
        <a:srgbClr val="666666"/>
      </a:accent1>
      <a:accent2>
        <a:srgbClr val="B7B7B7"/>
      </a:accent2>
      <a:accent3>
        <a:srgbClr val="EFEFEF"/>
      </a:accent3>
      <a:accent4>
        <a:srgbClr val="F9EDE5"/>
      </a:accent4>
      <a:accent5>
        <a:srgbClr val="F3F3F3"/>
      </a:accent5>
      <a:accent6>
        <a:srgbClr val="F7F7F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